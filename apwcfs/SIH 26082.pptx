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8"/>
  </p:notesMasterIdLst>
  <p:sldIdLst>
    <p:sldId id="291" r:id="rId2"/>
    <p:sldId id="281" r:id="rId3"/>
    <p:sldId id="290" r:id="rId4"/>
    <p:sldId id="304" r:id="rId5"/>
    <p:sldId id="305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6092"/>
    <a:srgbClr val="159849"/>
    <a:srgbClr val="FFFFFF"/>
    <a:srgbClr val="DCE6F2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24E072-9334-4769-8B3F-8FA9A7CC2F21}" v="51" dt="2026-09-03T17:38:40.224"/>
    <p1510:client id="{AEB1633B-8145-4394-A173-48CF139F46C3}" v="354" dt="2026-08-29T18:57:35.6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kund Prasad" userId="b56b44e23ef1adb7" providerId="LiveId" clId="{6A193FD3-90B0-4B8A-AE96-00702B444108}"/>
    <pc:docChg chg="undo redo custSel addSld delSld modSld sldOrd">
      <pc:chgData name="Mukund Prasad" userId="b56b44e23ef1adb7" providerId="LiveId" clId="{6A193FD3-90B0-4B8A-AE96-00702B444108}" dt="2026-09-03T17:38:40.224" v="1800" actId="20577"/>
      <pc:docMkLst>
        <pc:docMk/>
      </pc:docMkLst>
      <pc:sldChg chg="modSp mod">
        <pc:chgData name="Mukund Prasad" userId="b56b44e23ef1adb7" providerId="LiveId" clId="{6A193FD3-90B0-4B8A-AE96-00702B444108}" dt="2026-09-03T17:24:27.102" v="1750" actId="2711"/>
        <pc:sldMkLst>
          <pc:docMk/>
          <pc:sldMk cId="0" sldId="281"/>
        </pc:sldMkLst>
        <pc:spChg chg="mod">
          <ac:chgData name="Mukund Prasad" userId="b56b44e23ef1adb7" providerId="LiveId" clId="{6A193FD3-90B0-4B8A-AE96-00702B444108}" dt="2026-09-03T17:24:27.102" v="1750" actId="2711"/>
          <ac:spMkLst>
            <pc:docMk/>
            <pc:sldMk cId="0" sldId="281"/>
            <ac:spMk id="3" creationId="{27939597-5EBC-A6CF-61FE-CC08EFEA99FF}"/>
          </ac:spMkLst>
        </pc:spChg>
        <pc:spChg chg="mod">
          <ac:chgData name="Mukund Prasad" userId="b56b44e23ef1adb7" providerId="LiveId" clId="{6A193FD3-90B0-4B8A-AE96-00702B444108}" dt="2026-09-03T17:24:27.102" v="1750" actId="2711"/>
          <ac:spMkLst>
            <pc:docMk/>
            <pc:sldMk cId="0" sldId="281"/>
            <ac:spMk id="4" creationId="{626EE335-47E6-BF55-DDD0-F10D28C56480}"/>
          </ac:spMkLst>
        </pc:spChg>
        <pc:spChg chg="mod">
          <ac:chgData name="Mukund Prasad" userId="b56b44e23ef1adb7" providerId="LiveId" clId="{6A193FD3-90B0-4B8A-AE96-00702B444108}" dt="2026-09-03T17:24:27.102" v="1750" actId="2711"/>
          <ac:spMkLst>
            <pc:docMk/>
            <pc:sldMk cId="0" sldId="281"/>
            <ac:spMk id="5" creationId="{7B1150E5-C838-918C-1CE3-A97802A1E32C}"/>
          </ac:spMkLst>
        </pc:spChg>
        <pc:spChg chg="mod">
          <ac:chgData name="Mukund Prasad" userId="b56b44e23ef1adb7" providerId="LiveId" clId="{6A193FD3-90B0-4B8A-AE96-00702B444108}" dt="2026-09-03T17:24:27.102" v="1750" actId="2711"/>
          <ac:spMkLst>
            <pc:docMk/>
            <pc:sldMk cId="0" sldId="281"/>
            <ac:spMk id="6" creationId="{00000000-0000-0000-0000-000000000000}"/>
          </ac:spMkLst>
        </pc:spChg>
        <pc:spChg chg="mod">
          <ac:chgData name="Mukund Prasad" userId="b56b44e23ef1adb7" providerId="LiveId" clId="{6A193FD3-90B0-4B8A-AE96-00702B444108}" dt="2026-09-03T17:24:27.102" v="1750" actId="2711"/>
          <ac:spMkLst>
            <pc:docMk/>
            <pc:sldMk cId="0" sldId="281"/>
            <ac:spMk id="7" creationId="{00000000-0000-0000-0000-000000000000}"/>
          </ac:spMkLst>
        </pc:spChg>
        <pc:spChg chg="mod">
          <ac:chgData name="Mukund Prasad" userId="b56b44e23ef1adb7" providerId="LiveId" clId="{6A193FD3-90B0-4B8A-AE96-00702B444108}" dt="2026-09-03T17:24:27.102" v="1750" actId="2711"/>
          <ac:spMkLst>
            <pc:docMk/>
            <pc:sldMk cId="0" sldId="281"/>
            <ac:spMk id="9" creationId="{00000000-0000-0000-0000-000000000000}"/>
          </ac:spMkLst>
        </pc:spChg>
        <pc:spChg chg="mod">
          <ac:chgData name="Mukund Prasad" userId="b56b44e23ef1adb7" providerId="LiveId" clId="{6A193FD3-90B0-4B8A-AE96-00702B444108}" dt="2026-09-03T17:24:27.102" v="1750" actId="2711"/>
          <ac:spMkLst>
            <pc:docMk/>
            <pc:sldMk cId="0" sldId="281"/>
            <ac:spMk id="10" creationId="{5DBCE864-823D-4A13-9607-5DA1F0ED5FB8}"/>
          </ac:spMkLst>
        </pc:spChg>
        <pc:spChg chg="mod">
          <ac:chgData name="Mukund Prasad" userId="b56b44e23ef1adb7" providerId="LiveId" clId="{6A193FD3-90B0-4B8A-AE96-00702B444108}" dt="2026-09-03T17:24:27.102" v="1750" actId="2711"/>
          <ac:spMkLst>
            <pc:docMk/>
            <pc:sldMk cId="0" sldId="281"/>
            <ac:spMk id="15361" creationId="{00000000-0000-0000-0000-000000000000}"/>
          </ac:spMkLst>
        </pc:spChg>
      </pc:sldChg>
      <pc:sldChg chg="addSp delSp modSp mod">
        <pc:chgData name="Mukund Prasad" userId="b56b44e23ef1adb7" providerId="LiveId" clId="{6A193FD3-90B0-4B8A-AE96-00702B444108}" dt="2026-08-29T12:10:12.680" v="90"/>
        <pc:sldMkLst>
          <pc:docMk/>
          <pc:sldMk cId="0" sldId="290"/>
        </pc:sldMkLst>
        <pc:spChg chg="add">
          <ac:chgData name="Mukund Prasad" userId="b56b44e23ef1adb7" providerId="LiveId" clId="{6A193FD3-90B0-4B8A-AE96-00702B444108}" dt="2026-08-29T12:08:22.477" v="55" actId="22"/>
          <ac:spMkLst>
            <pc:docMk/>
            <pc:sldMk cId="0" sldId="290"/>
            <ac:spMk id="3" creationId="{2A49D428-0447-F9C3-3D00-69B93EA7D731}"/>
          </ac:spMkLst>
        </pc:spChg>
        <pc:spChg chg="add mod">
          <ac:chgData name="Mukund Prasad" userId="b56b44e23ef1adb7" providerId="LiveId" clId="{6A193FD3-90B0-4B8A-AE96-00702B444108}" dt="2026-08-29T12:10:12.680" v="90"/>
          <ac:spMkLst>
            <pc:docMk/>
            <pc:sldMk cId="0" sldId="290"/>
            <ac:spMk id="4" creationId="{A5FE4B29-B950-CA61-9804-6D34B4BEAE57}"/>
          </ac:spMkLst>
        </pc:spChg>
      </pc:sldChg>
      <pc:sldChg chg="modSp mod">
        <pc:chgData name="Mukund Prasad" userId="b56b44e23ef1adb7" providerId="LiveId" clId="{6A193FD3-90B0-4B8A-AE96-00702B444108}" dt="2026-08-29T12:11:28.461" v="117"/>
        <pc:sldMkLst>
          <pc:docMk/>
          <pc:sldMk cId="0" sldId="291"/>
        </pc:sldMkLst>
        <pc:spChg chg="mod">
          <ac:chgData name="Mukund Prasad" userId="b56b44e23ef1adb7" providerId="LiveId" clId="{6A193FD3-90B0-4B8A-AE96-00702B444108}" dt="2026-08-29T12:11:28.461" v="117"/>
          <ac:spMkLst>
            <pc:docMk/>
            <pc:sldMk cId="0" sldId="291"/>
            <ac:spMk id="10" creationId="{00000000-0000-0000-0000-000000000000}"/>
          </ac:spMkLst>
        </pc:spChg>
        <pc:picChg chg="mod">
          <ac:chgData name="Mukund Prasad" userId="b56b44e23ef1adb7" providerId="LiveId" clId="{6A193FD3-90B0-4B8A-AE96-00702B444108}" dt="2026-08-29T12:06:45.695" v="41" actId="1076"/>
          <ac:picMkLst>
            <pc:docMk/>
            <pc:sldMk cId="0" sldId="291"/>
            <ac:picMk id="5" creationId="{9120848B-B2B4-45BE-A961-AEC0B06CF41B}"/>
          </ac:picMkLst>
        </pc:picChg>
      </pc:sldChg>
      <pc:sldChg chg="addSp delSp modSp mod">
        <pc:chgData name="Mukund Prasad" userId="b56b44e23ef1adb7" providerId="LiveId" clId="{6A193FD3-90B0-4B8A-AE96-00702B444108}" dt="2026-09-03T17:31:26.899" v="1756" actId="478"/>
        <pc:sldMkLst>
          <pc:docMk/>
          <pc:sldMk cId="2997144140" sldId="294"/>
        </pc:sldMkLst>
        <pc:grpChg chg="add mod">
          <ac:chgData name="Mukund Prasad" userId="b56b44e23ef1adb7" providerId="LiveId" clId="{6A193FD3-90B0-4B8A-AE96-00702B444108}" dt="2026-09-03T17:31:16.552" v="1755" actId="1076"/>
          <ac:grpSpMkLst>
            <pc:docMk/>
            <pc:sldMk cId="2997144140" sldId="294"/>
            <ac:grpSpMk id="17567" creationId="{BF9E511D-EE42-BE7E-DE0E-0D77327F82C1}"/>
          </ac:grpSpMkLst>
        </pc:grpChg>
        <pc:grpChg chg="add mod">
          <ac:chgData name="Mukund Prasad" userId="b56b44e23ef1adb7" providerId="LiveId" clId="{6A193FD3-90B0-4B8A-AE96-00702B444108}" dt="2026-09-03T17:31:16.552" v="1755" actId="1076"/>
          <ac:grpSpMkLst>
            <pc:docMk/>
            <pc:sldMk cId="2997144140" sldId="294"/>
            <ac:grpSpMk id="17568" creationId="{C1ED2BED-5C2D-8C19-B612-DB4DF4CB8313}"/>
          </ac:grpSpMkLst>
        </pc:grpChg>
        <pc:cxnChg chg="add del mod">
          <ac:chgData name="Mukund Prasad" userId="b56b44e23ef1adb7" providerId="LiveId" clId="{6A193FD3-90B0-4B8A-AE96-00702B444108}" dt="2026-09-03T17:31:26.899" v="1756" actId="478"/>
          <ac:cxnSpMkLst>
            <pc:docMk/>
            <pc:sldMk cId="2997144140" sldId="294"/>
            <ac:cxnSpMk id="17571" creationId="{C898855F-89D1-500D-1DB0-D05F1BF87EC5}"/>
          </ac:cxnSpMkLst>
        </pc:cxnChg>
      </pc:sldChg>
      <pc:sldChg chg="addSp delSp modSp mod">
        <pc:chgData name="Mukund Prasad" userId="b56b44e23ef1adb7" providerId="LiveId" clId="{6A193FD3-90B0-4B8A-AE96-00702B444108}" dt="2026-08-29T19:52:00.980" v="1742"/>
        <pc:sldMkLst>
          <pc:docMk/>
          <pc:sldMk cId="3916788613" sldId="296"/>
        </pc:sldMkLst>
        <pc:spChg chg="add">
          <ac:chgData name="Mukund Prasad" userId="b56b44e23ef1adb7" providerId="LiveId" clId="{6A193FD3-90B0-4B8A-AE96-00702B444108}" dt="2026-08-29T12:08:46.646" v="62" actId="22"/>
          <ac:spMkLst>
            <pc:docMk/>
            <pc:sldMk cId="3916788613" sldId="296"/>
            <ac:spMk id="3" creationId="{F4114864-B101-1E6E-5799-BE4EC3F980A5}"/>
          </ac:spMkLst>
        </pc:spChg>
        <pc:spChg chg="add mod">
          <ac:chgData name="Mukund Prasad" userId="b56b44e23ef1adb7" providerId="LiveId" clId="{6A193FD3-90B0-4B8A-AE96-00702B444108}" dt="2026-08-29T12:10:31.486" v="96"/>
          <ac:spMkLst>
            <pc:docMk/>
            <pc:sldMk cId="3916788613" sldId="296"/>
            <ac:spMk id="4" creationId="{4CFF4F57-C633-51F2-917F-BAF9D5D60B44}"/>
          </ac:spMkLst>
        </pc:spChg>
        <pc:spChg chg="mod">
          <ac:chgData name="Mukund Prasad" userId="b56b44e23ef1adb7" providerId="LiveId" clId="{6A193FD3-90B0-4B8A-AE96-00702B444108}" dt="2026-08-29T19:40:30.501" v="1740" actId="5793"/>
          <ac:spMkLst>
            <pc:docMk/>
            <pc:sldMk cId="3916788613" sldId="296"/>
            <ac:spMk id="17410" creationId="{00000000-0000-0000-0000-000000000000}"/>
          </ac:spMkLst>
        </pc:spChg>
      </pc:sldChg>
      <pc:sldChg chg="modSp mod">
        <pc:chgData name="Mukund Prasad" userId="b56b44e23ef1adb7" providerId="LiveId" clId="{6A193FD3-90B0-4B8A-AE96-00702B444108}" dt="2026-09-03T17:24:50.534" v="1751" actId="2711"/>
        <pc:sldMkLst>
          <pc:docMk/>
          <pc:sldMk cId="316281781" sldId="299"/>
        </pc:sldMkLst>
        <pc:spChg chg="mod">
          <ac:chgData name="Mukund Prasad" userId="b56b44e23ef1adb7" providerId="LiveId" clId="{6A193FD3-90B0-4B8A-AE96-00702B444108}" dt="2026-09-03T17:24:50.534" v="1751" actId="2711"/>
          <ac:spMkLst>
            <pc:docMk/>
            <pc:sldMk cId="316281781" sldId="299"/>
            <ac:spMk id="2" creationId="{FD5F8435-EF2A-4B74-4726-C432F30C027E}"/>
          </ac:spMkLst>
        </pc:spChg>
        <pc:spChg chg="mod">
          <ac:chgData name="Mukund Prasad" userId="b56b44e23ef1adb7" providerId="LiveId" clId="{6A193FD3-90B0-4B8A-AE96-00702B444108}" dt="2026-09-03T17:24:50.534" v="1751" actId="2711"/>
          <ac:spMkLst>
            <pc:docMk/>
            <pc:sldMk cId="316281781" sldId="299"/>
            <ac:spMk id="4" creationId="{8F4F703D-9FC6-1551-F3B1-1BDE661DB95D}"/>
          </ac:spMkLst>
        </pc:spChg>
        <pc:spChg chg="mod">
          <ac:chgData name="Mukund Prasad" userId="b56b44e23ef1adb7" providerId="LiveId" clId="{6A193FD3-90B0-4B8A-AE96-00702B444108}" dt="2026-09-03T17:24:50.534" v="1751" actId="2711"/>
          <ac:spMkLst>
            <pc:docMk/>
            <pc:sldMk cId="316281781" sldId="299"/>
            <ac:spMk id="5" creationId="{E46F806C-D4B2-5706-0AED-2494F94B5FD7}"/>
          </ac:spMkLst>
        </pc:spChg>
        <pc:spChg chg="mod">
          <ac:chgData name="Mukund Prasad" userId="b56b44e23ef1adb7" providerId="LiveId" clId="{6A193FD3-90B0-4B8A-AE96-00702B444108}" dt="2026-09-03T17:24:50.534" v="1751" actId="2711"/>
          <ac:spMkLst>
            <pc:docMk/>
            <pc:sldMk cId="316281781" sldId="299"/>
            <ac:spMk id="6" creationId="{F4117125-5732-5EA6-3755-FE75F3D48376}"/>
          </ac:spMkLst>
        </pc:spChg>
        <pc:spChg chg="mod">
          <ac:chgData name="Mukund Prasad" userId="b56b44e23ef1adb7" providerId="LiveId" clId="{6A193FD3-90B0-4B8A-AE96-00702B444108}" dt="2026-09-03T17:24:50.534" v="1751" actId="2711"/>
          <ac:spMkLst>
            <pc:docMk/>
            <pc:sldMk cId="316281781" sldId="299"/>
            <ac:spMk id="8" creationId="{3E26F02A-2763-7EB4-1753-3FACBD1A2626}"/>
          </ac:spMkLst>
        </pc:spChg>
        <pc:spChg chg="mod">
          <ac:chgData name="Mukund Prasad" userId="b56b44e23ef1adb7" providerId="LiveId" clId="{6A193FD3-90B0-4B8A-AE96-00702B444108}" dt="2026-09-03T17:24:50.534" v="1751" actId="2711"/>
          <ac:spMkLst>
            <pc:docMk/>
            <pc:sldMk cId="316281781" sldId="299"/>
            <ac:spMk id="10" creationId="{8DFA2C04-95C4-48E2-546A-A7FD0F1B6FA3}"/>
          </ac:spMkLst>
        </pc:spChg>
      </pc:sldChg>
      <pc:sldChg chg="modSp mod">
        <pc:chgData name="Mukund Prasad" userId="b56b44e23ef1adb7" providerId="LiveId" clId="{6A193FD3-90B0-4B8A-AE96-00702B444108}" dt="2026-09-03T17:25:02.790" v="1752" actId="2711"/>
        <pc:sldMkLst>
          <pc:docMk/>
          <pc:sldMk cId="1558361513" sldId="300"/>
        </pc:sldMkLst>
        <pc:spChg chg="mod">
          <ac:chgData name="Mukund Prasad" userId="b56b44e23ef1adb7" providerId="LiveId" clId="{6A193FD3-90B0-4B8A-AE96-00702B444108}" dt="2026-09-03T17:25:02.790" v="1752" actId="2711"/>
          <ac:spMkLst>
            <pc:docMk/>
            <pc:sldMk cId="1558361513" sldId="300"/>
            <ac:spMk id="2" creationId="{431DD213-26C7-336D-1582-0801EC95FF81}"/>
          </ac:spMkLst>
        </pc:spChg>
        <pc:spChg chg="mod">
          <ac:chgData name="Mukund Prasad" userId="b56b44e23ef1adb7" providerId="LiveId" clId="{6A193FD3-90B0-4B8A-AE96-00702B444108}" dt="2026-09-03T17:25:02.790" v="1752" actId="2711"/>
          <ac:spMkLst>
            <pc:docMk/>
            <pc:sldMk cId="1558361513" sldId="300"/>
            <ac:spMk id="3" creationId="{D810370A-73ED-8AEC-0E1D-6A4096933CFA}"/>
          </ac:spMkLst>
        </pc:spChg>
        <pc:spChg chg="mod">
          <ac:chgData name="Mukund Prasad" userId="b56b44e23ef1adb7" providerId="LiveId" clId="{6A193FD3-90B0-4B8A-AE96-00702B444108}" dt="2026-09-03T17:25:02.790" v="1752" actId="2711"/>
          <ac:spMkLst>
            <pc:docMk/>
            <pc:sldMk cId="1558361513" sldId="300"/>
            <ac:spMk id="4" creationId="{2FB77753-0BA4-EECE-4AAE-C3E78A9927C5}"/>
          </ac:spMkLst>
        </pc:spChg>
        <pc:spChg chg="mod">
          <ac:chgData name="Mukund Prasad" userId="b56b44e23ef1adb7" providerId="LiveId" clId="{6A193FD3-90B0-4B8A-AE96-00702B444108}" dt="2026-09-03T17:25:02.790" v="1752" actId="2711"/>
          <ac:spMkLst>
            <pc:docMk/>
            <pc:sldMk cId="1558361513" sldId="300"/>
            <ac:spMk id="5" creationId="{E7A106D8-B036-4F2E-FBFF-089562D297D4}"/>
          </ac:spMkLst>
        </pc:spChg>
        <pc:spChg chg="mod">
          <ac:chgData name="Mukund Prasad" userId="b56b44e23ef1adb7" providerId="LiveId" clId="{6A193FD3-90B0-4B8A-AE96-00702B444108}" dt="2026-09-03T17:25:02.790" v="1752" actId="2711"/>
          <ac:spMkLst>
            <pc:docMk/>
            <pc:sldMk cId="1558361513" sldId="300"/>
            <ac:spMk id="6" creationId="{1738B46C-DFC4-C488-FD61-1C6C21804A46}"/>
          </ac:spMkLst>
        </pc:spChg>
      </pc:sldChg>
      <pc:sldChg chg="addSp delSp new mod ord">
        <pc:chgData name="Mukund Prasad" userId="b56b44e23ef1adb7" providerId="LiveId" clId="{6A193FD3-90B0-4B8A-AE96-00702B444108}" dt="2026-09-03T17:31:49.527" v="1758" actId="22"/>
        <pc:sldMkLst>
          <pc:docMk/>
          <pc:sldMk cId="1843166135" sldId="301"/>
        </pc:sldMkLst>
        <pc:spChg chg="add del">
          <ac:chgData name="Mukund Prasad" userId="b56b44e23ef1adb7" providerId="LiveId" clId="{6A193FD3-90B0-4B8A-AE96-00702B444108}" dt="2026-09-03T17:31:49.527" v="1758" actId="22"/>
          <ac:spMkLst>
            <pc:docMk/>
            <pc:sldMk cId="1843166135" sldId="301"/>
            <ac:spMk id="7" creationId="{E213B4A9-AA41-3D2E-73A3-EEAB4E59405E}"/>
          </ac:spMkLst>
        </pc:spChg>
      </pc:sldChg>
      <pc:sldChg chg="modSp">
        <pc:chgData name="Mukund Prasad" userId="b56b44e23ef1adb7" providerId="LiveId" clId="{6A193FD3-90B0-4B8A-AE96-00702B444108}" dt="2026-09-03T17:25:14.857" v="1753" actId="2711"/>
        <pc:sldMkLst>
          <pc:docMk/>
          <pc:sldMk cId="3456570070" sldId="304"/>
        </pc:sldMkLst>
        <pc:spChg chg="mod">
          <ac:chgData name="Mukund Prasad" userId="b56b44e23ef1adb7" providerId="LiveId" clId="{6A193FD3-90B0-4B8A-AE96-00702B444108}" dt="2026-09-03T17:25:14.857" v="1753" actId="2711"/>
          <ac:spMkLst>
            <pc:docMk/>
            <pc:sldMk cId="3456570070" sldId="304"/>
            <ac:spMk id="6" creationId="{00000000-0000-0000-0000-000000000000}"/>
          </ac:spMkLst>
        </pc:spChg>
        <pc:spChg chg="mod">
          <ac:chgData name="Mukund Prasad" userId="b56b44e23ef1adb7" providerId="LiveId" clId="{6A193FD3-90B0-4B8A-AE96-00702B444108}" dt="2026-09-03T17:25:14.857" v="1753" actId="2711"/>
          <ac:spMkLst>
            <pc:docMk/>
            <pc:sldMk cId="3456570070" sldId="304"/>
            <ac:spMk id="7" creationId="{00000000-0000-0000-0000-000000000000}"/>
          </ac:spMkLst>
        </pc:spChg>
        <pc:spChg chg="mod">
          <ac:chgData name="Mukund Prasad" userId="b56b44e23ef1adb7" providerId="LiveId" clId="{6A193FD3-90B0-4B8A-AE96-00702B444108}" dt="2026-09-03T17:25:14.857" v="1753" actId="2711"/>
          <ac:spMkLst>
            <pc:docMk/>
            <pc:sldMk cId="3456570070" sldId="304"/>
            <ac:spMk id="10" creationId="{AD4F69D3-EEB0-4C4C-9434-B9960FB5854C}"/>
          </ac:spMkLst>
        </pc:spChg>
        <pc:spChg chg="mod">
          <ac:chgData name="Mukund Prasad" userId="b56b44e23ef1adb7" providerId="LiveId" clId="{6A193FD3-90B0-4B8A-AE96-00702B444108}" dt="2026-09-03T17:25:14.857" v="1753" actId="2711"/>
          <ac:spMkLst>
            <pc:docMk/>
            <pc:sldMk cId="3456570070" sldId="304"/>
            <ac:spMk id="12" creationId="{5DBCE864-823D-4A13-9607-5DA1F0ED5FB8}"/>
          </ac:spMkLst>
        </pc:spChg>
        <pc:spChg chg="mod">
          <ac:chgData name="Mukund Prasad" userId="b56b44e23ef1adb7" providerId="LiveId" clId="{6A193FD3-90B0-4B8A-AE96-00702B444108}" dt="2026-09-03T17:25:14.857" v="1753" actId="2711"/>
          <ac:spMkLst>
            <pc:docMk/>
            <pc:sldMk cId="3456570070" sldId="304"/>
            <ac:spMk id="13" creationId="{644D2656-237C-40A2-49EA-F7986677D109}"/>
          </ac:spMkLst>
        </pc:spChg>
        <pc:spChg chg="mod">
          <ac:chgData name="Mukund Prasad" userId="b56b44e23ef1adb7" providerId="LiveId" clId="{6A193FD3-90B0-4B8A-AE96-00702B444108}" dt="2026-09-03T17:25:14.857" v="1753" actId="2711"/>
          <ac:spMkLst>
            <pc:docMk/>
            <pc:sldMk cId="3456570070" sldId="304"/>
            <ac:spMk id="14" creationId="{5E9B7031-908C-D417-6BE7-B390052B7257}"/>
          </ac:spMkLst>
        </pc:spChg>
        <pc:spChg chg="mod">
          <ac:chgData name="Mukund Prasad" userId="b56b44e23ef1adb7" providerId="LiveId" clId="{6A193FD3-90B0-4B8A-AE96-00702B444108}" dt="2026-09-03T17:25:14.857" v="1753" actId="2711"/>
          <ac:spMkLst>
            <pc:docMk/>
            <pc:sldMk cId="3456570070" sldId="304"/>
            <ac:spMk id="17" creationId="{9C9EF24E-A8C7-9C56-BD74-957FEA502A95}"/>
          </ac:spMkLst>
        </pc:spChg>
        <pc:spChg chg="mod">
          <ac:chgData name="Mukund Prasad" userId="b56b44e23ef1adb7" providerId="LiveId" clId="{6A193FD3-90B0-4B8A-AE96-00702B444108}" dt="2026-09-03T17:25:14.857" v="1753" actId="2711"/>
          <ac:spMkLst>
            <pc:docMk/>
            <pc:sldMk cId="3456570070" sldId="304"/>
            <ac:spMk id="17409" creationId="{00000000-0000-0000-0000-000000000000}"/>
          </ac:spMkLst>
        </pc:spChg>
        <pc:graphicFrameChg chg="mod">
          <ac:chgData name="Mukund Prasad" userId="b56b44e23ef1adb7" providerId="LiveId" clId="{6A193FD3-90B0-4B8A-AE96-00702B444108}" dt="2026-09-03T17:25:14.857" v="1753" actId="2711"/>
          <ac:graphicFrameMkLst>
            <pc:docMk/>
            <pc:sldMk cId="3456570070" sldId="304"/>
            <ac:graphicFrameMk id="2" creationId="{438698AA-01C2-545A-C871-846E9D4EB953}"/>
          </ac:graphicFrameMkLst>
        </pc:graphicFrameChg>
        <pc:picChg chg="mod">
          <ac:chgData name="Mukund Prasad" userId="b56b44e23ef1adb7" providerId="LiveId" clId="{6A193FD3-90B0-4B8A-AE96-00702B444108}" dt="2026-09-03T17:25:14.857" v="1753" actId="2711"/>
          <ac:picMkLst>
            <pc:docMk/>
            <pc:sldMk cId="3456570070" sldId="304"/>
            <ac:picMk id="11" creationId="{00000000-0000-0000-0000-000000000000}"/>
          </ac:picMkLst>
        </pc:picChg>
      </pc:sldChg>
      <pc:sldChg chg="delSp modSp add mod">
        <pc:chgData name="Mukund Prasad" userId="b56b44e23ef1adb7" providerId="LiveId" clId="{6A193FD3-90B0-4B8A-AE96-00702B444108}" dt="2026-09-03T17:38:40.224" v="1800" actId="20577"/>
        <pc:sldMkLst>
          <pc:docMk/>
          <pc:sldMk cId="923014741" sldId="305"/>
        </pc:sldMkLst>
        <pc:spChg chg="mod">
          <ac:chgData name="Mukund Prasad" userId="b56b44e23ef1adb7" providerId="LiveId" clId="{6A193FD3-90B0-4B8A-AE96-00702B444108}" dt="2026-09-03T17:32:40.855" v="1763" actId="207"/>
          <ac:spMkLst>
            <pc:docMk/>
            <pc:sldMk cId="923014741" sldId="305"/>
            <ac:spMk id="3" creationId="{75FB99F7-7510-53FB-DC64-22869B78CE86}"/>
          </ac:spMkLst>
        </pc:spChg>
        <pc:spChg chg="mod">
          <ac:chgData name="Mukund Prasad" userId="b56b44e23ef1adb7" providerId="LiveId" clId="{6A193FD3-90B0-4B8A-AE96-00702B444108}" dt="2026-09-03T17:32:40.855" v="1763" actId="207"/>
          <ac:spMkLst>
            <pc:docMk/>
            <pc:sldMk cId="923014741" sldId="305"/>
            <ac:spMk id="18" creationId="{A083AC2A-45C9-B08A-B397-8B35BE9F3830}"/>
          </ac:spMkLst>
        </pc:spChg>
        <pc:spChg chg="mod">
          <ac:chgData name="Mukund Prasad" userId="b56b44e23ef1adb7" providerId="LiveId" clId="{6A193FD3-90B0-4B8A-AE96-00702B444108}" dt="2026-09-03T17:36:35.055" v="1796" actId="14100"/>
          <ac:spMkLst>
            <pc:docMk/>
            <pc:sldMk cId="923014741" sldId="305"/>
            <ac:spMk id="19" creationId="{73628C8C-2396-A2FA-76B5-3307A157520A}"/>
          </ac:spMkLst>
        </pc:spChg>
        <pc:spChg chg="mod">
          <ac:chgData name="Mukund Prasad" userId="b56b44e23ef1adb7" providerId="LiveId" clId="{6A193FD3-90B0-4B8A-AE96-00702B444108}" dt="2026-09-03T17:38:31.495" v="1798" actId="404"/>
          <ac:spMkLst>
            <pc:docMk/>
            <pc:sldMk cId="923014741" sldId="305"/>
            <ac:spMk id="22" creationId="{73EDABC0-5BEB-EC2C-24DF-55A0B3973523}"/>
          </ac:spMkLst>
        </pc:spChg>
        <pc:spChg chg="mod">
          <ac:chgData name="Mukund Prasad" userId="b56b44e23ef1adb7" providerId="LiveId" clId="{6A193FD3-90B0-4B8A-AE96-00702B444108}" dt="2026-09-03T17:38:31.495" v="1798" actId="404"/>
          <ac:spMkLst>
            <pc:docMk/>
            <pc:sldMk cId="923014741" sldId="305"/>
            <ac:spMk id="26" creationId="{FB40CA1B-51F8-DFDB-960C-C2D3D6B76E22}"/>
          </ac:spMkLst>
        </pc:spChg>
        <pc:spChg chg="mod">
          <ac:chgData name="Mukund Prasad" userId="b56b44e23ef1adb7" providerId="LiveId" clId="{6A193FD3-90B0-4B8A-AE96-00702B444108}" dt="2026-09-03T17:38:40.224" v="1800" actId="20577"/>
          <ac:spMkLst>
            <pc:docMk/>
            <pc:sldMk cId="923014741" sldId="305"/>
            <ac:spMk id="27" creationId="{3160165D-1A23-9671-E06C-510F04C1010E}"/>
          </ac:spMkLst>
        </pc:spChg>
        <pc:spChg chg="mod">
          <ac:chgData name="Mukund Prasad" userId="b56b44e23ef1adb7" providerId="LiveId" clId="{6A193FD3-90B0-4B8A-AE96-00702B444108}" dt="2026-09-03T17:38:31.495" v="1798" actId="404"/>
          <ac:spMkLst>
            <pc:docMk/>
            <pc:sldMk cId="923014741" sldId="305"/>
            <ac:spMk id="31" creationId="{601A0DDF-BCE9-43E1-13A3-DD2F53F9AFB0}"/>
          </ac:spMkLst>
        </pc:spChg>
        <pc:spChg chg="mod">
          <ac:chgData name="Mukund Prasad" userId="b56b44e23ef1adb7" providerId="LiveId" clId="{6A193FD3-90B0-4B8A-AE96-00702B444108}" dt="2026-09-03T17:32:40.855" v="1763" actId="207"/>
          <ac:spMkLst>
            <pc:docMk/>
            <pc:sldMk cId="923014741" sldId="305"/>
            <ac:spMk id="41" creationId="{DEC88557-8A02-4459-D024-C9429880633D}"/>
          </ac:spMkLst>
        </pc:spChg>
        <pc:spChg chg="mod">
          <ac:chgData name="Mukund Prasad" userId="b56b44e23ef1adb7" providerId="LiveId" clId="{6A193FD3-90B0-4B8A-AE96-00702B444108}" dt="2026-09-03T17:32:40.855" v="1763" actId="207"/>
          <ac:spMkLst>
            <pc:docMk/>
            <pc:sldMk cId="923014741" sldId="305"/>
            <ac:spMk id="50" creationId="{A9BFCABA-FA0B-903A-E941-510E6C0D1382}"/>
          </ac:spMkLst>
        </pc:spChg>
        <pc:spChg chg="mod">
          <ac:chgData name="Mukund Prasad" userId="b56b44e23ef1adb7" providerId="LiveId" clId="{6A193FD3-90B0-4B8A-AE96-00702B444108}" dt="2026-09-03T17:34:18.960" v="1766" actId="1076"/>
          <ac:spMkLst>
            <pc:docMk/>
            <pc:sldMk cId="923014741" sldId="305"/>
            <ac:spMk id="52" creationId="{29A4614C-FB9D-7CED-3A9A-0A953F9740D1}"/>
          </ac:spMkLst>
        </pc:spChg>
        <pc:spChg chg="mod">
          <ac:chgData name="Mukund Prasad" userId="b56b44e23ef1adb7" providerId="LiveId" clId="{6A193FD3-90B0-4B8A-AE96-00702B444108}" dt="2026-09-03T17:32:40.855" v="1763" actId="207"/>
          <ac:spMkLst>
            <pc:docMk/>
            <pc:sldMk cId="923014741" sldId="305"/>
            <ac:spMk id="17453" creationId="{DCD48062-BBCA-6968-CBA1-A05677F94337}"/>
          </ac:spMkLst>
        </pc:spChg>
        <pc:spChg chg="mod">
          <ac:chgData name="Mukund Prasad" userId="b56b44e23ef1adb7" providerId="LiveId" clId="{6A193FD3-90B0-4B8A-AE96-00702B444108}" dt="2026-09-03T17:32:40.855" v="1763" actId="207"/>
          <ac:spMkLst>
            <pc:docMk/>
            <pc:sldMk cId="923014741" sldId="305"/>
            <ac:spMk id="17460" creationId="{C91BF3AC-372F-FFE7-8B83-E74B050D66D5}"/>
          </ac:spMkLst>
        </pc:spChg>
        <pc:spChg chg="mod">
          <ac:chgData name="Mukund Prasad" userId="b56b44e23ef1adb7" providerId="LiveId" clId="{6A193FD3-90B0-4B8A-AE96-00702B444108}" dt="2026-09-03T17:32:40.855" v="1763" actId="207"/>
          <ac:spMkLst>
            <pc:docMk/>
            <pc:sldMk cId="923014741" sldId="305"/>
            <ac:spMk id="17463" creationId="{4C3ECDE2-1327-6EB0-84D9-BD450BECC31A}"/>
          </ac:spMkLst>
        </pc:spChg>
        <pc:spChg chg="mod">
          <ac:chgData name="Mukund Prasad" userId="b56b44e23ef1adb7" providerId="LiveId" clId="{6A193FD3-90B0-4B8A-AE96-00702B444108}" dt="2026-09-03T17:36:08.576" v="1792" actId="1036"/>
          <ac:spMkLst>
            <pc:docMk/>
            <pc:sldMk cId="923014741" sldId="305"/>
            <ac:spMk id="17468" creationId="{9E83B55E-D7AF-7B92-B707-4C74E52C4564}"/>
          </ac:spMkLst>
        </pc:spChg>
        <pc:spChg chg="mod">
          <ac:chgData name="Mukund Prasad" userId="b56b44e23ef1adb7" providerId="LiveId" clId="{6A193FD3-90B0-4B8A-AE96-00702B444108}" dt="2026-09-03T17:32:40.855" v="1763" actId="207"/>
          <ac:spMkLst>
            <pc:docMk/>
            <pc:sldMk cId="923014741" sldId="305"/>
            <ac:spMk id="17476" creationId="{2722AC86-4EA7-9630-CE0D-7BFE5A50F26B}"/>
          </ac:spMkLst>
        </pc:spChg>
        <pc:spChg chg="mod">
          <ac:chgData name="Mukund Prasad" userId="b56b44e23ef1adb7" providerId="LiveId" clId="{6A193FD3-90B0-4B8A-AE96-00702B444108}" dt="2026-09-03T17:32:40.855" v="1763" actId="207"/>
          <ac:spMkLst>
            <pc:docMk/>
            <pc:sldMk cId="923014741" sldId="305"/>
            <ac:spMk id="17480" creationId="{39407B92-6723-A8D8-43EC-F3AA84A3776D}"/>
          </ac:spMkLst>
        </pc:spChg>
        <pc:spChg chg="mod">
          <ac:chgData name="Mukund Prasad" userId="b56b44e23ef1adb7" providerId="LiveId" clId="{6A193FD3-90B0-4B8A-AE96-00702B444108}" dt="2026-09-03T17:35:25.812" v="1767" actId="1076"/>
          <ac:spMkLst>
            <pc:docMk/>
            <pc:sldMk cId="923014741" sldId="305"/>
            <ac:spMk id="17493" creationId="{3F366E50-4221-C68B-B8FC-354AC64D9ADA}"/>
          </ac:spMkLst>
        </pc:spChg>
        <pc:spChg chg="mod">
          <ac:chgData name="Mukund Prasad" userId="b56b44e23ef1adb7" providerId="LiveId" clId="{6A193FD3-90B0-4B8A-AE96-00702B444108}" dt="2026-09-03T17:35:30.804" v="1768" actId="1076"/>
          <ac:spMkLst>
            <pc:docMk/>
            <pc:sldMk cId="923014741" sldId="305"/>
            <ac:spMk id="17494" creationId="{89037C33-0BD2-1FAB-7FA3-8E1FF8520ED8}"/>
          </ac:spMkLst>
        </pc:spChg>
        <pc:grpChg chg="mod">
          <ac:chgData name="Mukund Prasad" userId="b56b44e23ef1adb7" providerId="LiveId" clId="{6A193FD3-90B0-4B8A-AE96-00702B444108}" dt="2026-09-03T17:36:27.166" v="1793" actId="14100"/>
          <ac:grpSpMkLst>
            <pc:docMk/>
            <pc:sldMk cId="923014741" sldId="305"/>
            <ac:grpSpMk id="5" creationId="{02653E3C-29BC-F9C4-3315-E0F0568B7D00}"/>
          </ac:grpSpMkLst>
        </pc:grpChg>
        <pc:grpChg chg="mod">
          <ac:chgData name="Mukund Prasad" userId="b56b44e23ef1adb7" providerId="LiveId" clId="{6A193FD3-90B0-4B8A-AE96-00702B444108}" dt="2026-09-03T17:36:02.497" v="1787" actId="1076"/>
          <ac:grpSpMkLst>
            <pc:docMk/>
            <pc:sldMk cId="923014741" sldId="305"/>
            <ac:grpSpMk id="17560" creationId="{A71C6857-58A5-3728-BC2D-C1C829440C51}"/>
          </ac:grpSpMkLst>
        </pc:grpChg>
        <pc:grpChg chg="del">
          <ac:chgData name="Mukund Prasad" userId="b56b44e23ef1adb7" providerId="LiveId" clId="{6A193FD3-90B0-4B8A-AE96-00702B444108}" dt="2026-09-03T17:33:45.557" v="1765" actId="478"/>
          <ac:grpSpMkLst>
            <pc:docMk/>
            <pc:sldMk cId="923014741" sldId="305"/>
            <ac:grpSpMk id="17567" creationId="{4104D18A-5DE2-3B6A-4C1F-393CF0FD4826}"/>
          </ac:grpSpMkLst>
        </pc:grpChg>
        <pc:grpChg chg="del">
          <ac:chgData name="Mukund Prasad" userId="b56b44e23ef1adb7" providerId="LiveId" clId="{6A193FD3-90B0-4B8A-AE96-00702B444108}" dt="2026-09-03T17:33:44.585" v="1764" actId="478"/>
          <ac:grpSpMkLst>
            <pc:docMk/>
            <pc:sldMk cId="923014741" sldId="305"/>
            <ac:grpSpMk id="17568" creationId="{FCEDCFB2-EDE3-DDAC-142D-B7957B7954F9}"/>
          </ac:grpSpMkLst>
        </pc:grpChg>
      </pc:sldChg>
    </pc:docChg>
  </pc:docChgLst>
  <pc:docChgLst>
    <pc:chgData name="Farhan Akhlaq" userId="0d37a74123a82c13" providerId="Windows Live" clId="Web-{096F8228-15F8-5C42-B6FE-7EB0906AE95C}"/>
    <pc:docChg chg="modSld">
      <pc:chgData name="Farhan Akhlaq" userId="0d37a74123a82c13" providerId="Windows Live" clId="Web-{096F8228-15F8-5C42-B6FE-7EB0906AE95C}" dt="2026-08-29T18:13:03.292" v="21" actId="20577"/>
      <pc:docMkLst>
        <pc:docMk/>
      </pc:docMkLst>
    </pc:docChg>
  </pc:docChgLst>
  <pc:docChgLst>
    <pc:chgData name="Sania Shanty" userId="d35d873e43edb8c9" providerId="LiveId" clId="{80203E7A-6928-41BE-88EB-772928E8D84E}"/>
    <pc:docChg chg="addSld delSld modSld">
      <pc:chgData name="Sania Shanty" userId="d35d873e43edb8c9" providerId="LiveId" clId="{80203E7A-6928-41BE-88EB-772928E8D84E}" dt="2026-08-30T16:31:59.508" v="1" actId="2696"/>
      <pc:docMkLst>
        <pc:docMk/>
      </pc:docMkLst>
      <pc:sldChg chg="add">
        <pc:chgData name="Sania Shanty" userId="d35d873e43edb8c9" providerId="LiveId" clId="{80203E7A-6928-41BE-88EB-772928E8D84E}" dt="2026-08-30T16:31:48.480" v="0"/>
        <pc:sldMkLst>
          <pc:docMk/>
          <pc:sldMk cId="3456570070" sldId="304"/>
        </pc:sldMkLst>
      </pc:sldChg>
    </pc:docChg>
  </pc:docChgLst>
  <pc:docChgLst>
    <pc:chgData name="Guest User" providerId="Windows Live" clId="Web-{00000000-0000-0000-0000-000000000000}"/>
    <pc:docChg chg="modSld">
      <pc:chgData name="Guest User" userId="" providerId="Windows Live" clId="Web-{00000000-0000-0000-0000-000000000000}" dt="2026-08-30T15:09:05.268" v="1" actId="14100"/>
      <pc:docMkLst>
        <pc:docMk/>
      </pc:docMkLst>
    </pc:docChg>
  </pc:docChgLst>
  <pc:docChgLst>
    <pc:chgData name="Farhan Akhlaq" userId="0d37a74123a82c13" providerId="LiveId" clId="{BD01816B-54FF-48DD-8D35-BDBD4BAF1483}"/>
    <pc:docChg chg="undo custSel addSld delSld modSld sldOrd">
      <pc:chgData name="Farhan Akhlaq" userId="0d37a74123a82c13" providerId="LiveId" clId="{BD01816B-54FF-48DD-8D35-BDBD4BAF1483}" dt="2026-09-03T18:27:03.647" v="603" actId="20577"/>
      <pc:docMkLst>
        <pc:docMk/>
      </pc:docMkLst>
      <pc:sldChg chg="addSp delSp modSp mod">
        <pc:chgData name="Farhan Akhlaq" userId="0d37a74123a82c13" providerId="LiveId" clId="{BD01816B-54FF-48DD-8D35-BDBD4BAF1483}" dt="2026-09-03T18:27:03.647" v="603" actId="20577"/>
        <pc:sldMkLst>
          <pc:docMk/>
          <pc:sldMk cId="0" sldId="281"/>
        </pc:sldMkLst>
        <pc:spChg chg="mod">
          <ac:chgData name="Farhan Akhlaq" userId="0d37a74123a82c13" providerId="LiveId" clId="{BD01816B-54FF-48DD-8D35-BDBD4BAF1483}" dt="2026-09-03T17:33:03.765" v="419" actId="207"/>
          <ac:spMkLst>
            <pc:docMk/>
            <pc:sldMk cId="0" sldId="281"/>
            <ac:spMk id="3" creationId="{27939597-5EBC-A6CF-61FE-CC08EFEA99FF}"/>
          </ac:spMkLst>
        </pc:spChg>
        <pc:spChg chg="mod">
          <ac:chgData name="Farhan Akhlaq" userId="0d37a74123a82c13" providerId="LiveId" clId="{BD01816B-54FF-48DD-8D35-BDBD4BAF1483}" dt="2026-09-03T17:28:46.839" v="364" actId="1076"/>
          <ac:spMkLst>
            <pc:docMk/>
            <pc:sldMk cId="0" sldId="281"/>
            <ac:spMk id="4" creationId="{626EE335-47E6-BF55-DDD0-F10D28C56480}"/>
          </ac:spMkLst>
        </pc:spChg>
        <pc:spChg chg="mod">
          <ac:chgData name="Farhan Akhlaq" userId="0d37a74123a82c13" providerId="LiveId" clId="{BD01816B-54FF-48DD-8D35-BDBD4BAF1483}" dt="2026-09-03T18:17:15.623" v="471" actId="1076"/>
          <ac:spMkLst>
            <pc:docMk/>
            <pc:sldMk cId="0" sldId="281"/>
            <ac:spMk id="5" creationId="{7B1150E5-C838-918C-1CE3-A97802A1E32C}"/>
          </ac:spMkLst>
        </pc:spChg>
        <pc:spChg chg="mod">
          <ac:chgData name="Farhan Akhlaq" userId="0d37a74123a82c13" providerId="LiveId" clId="{BD01816B-54FF-48DD-8D35-BDBD4BAF1483}" dt="2026-09-03T18:27:03.647" v="603" actId="20577"/>
          <ac:spMkLst>
            <pc:docMk/>
            <pc:sldMk cId="0" sldId="281"/>
            <ac:spMk id="7" creationId="{00000000-0000-0000-0000-000000000000}"/>
          </ac:spMkLst>
        </pc:spChg>
        <pc:spChg chg="mod">
          <ac:chgData name="Farhan Akhlaq" userId="0d37a74123a82c13" providerId="LiveId" clId="{BD01816B-54FF-48DD-8D35-BDBD4BAF1483}" dt="2026-09-03T18:26:58.273" v="600" actId="1076"/>
          <ac:spMkLst>
            <pc:docMk/>
            <pc:sldMk cId="0" sldId="281"/>
            <ac:spMk id="9" creationId="{00000000-0000-0000-0000-000000000000}"/>
          </ac:spMkLst>
        </pc:spChg>
        <pc:spChg chg="mod">
          <ac:chgData name="Farhan Akhlaq" userId="0d37a74123a82c13" providerId="LiveId" clId="{BD01816B-54FF-48DD-8D35-BDBD4BAF1483}" dt="2026-09-03T18:23:27.947" v="568" actId="20577"/>
          <ac:spMkLst>
            <pc:docMk/>
            <pc:sldMk cId="0" sldId="281"/>
            <ac:spMk id="10" creationId="{5DBCE864-823D-4A13-9607-5DA1F0ED5FB8}"/>
          </ac:spMkLst>
        </pc:spChg>
        <pc:spChg chg="mod">
          <ac:chgData name="Farhan Akhlaq" userId="0d37a74123a82c13" providerId="LiveId" clId="{BD01816B-54FF-48DD-8D35-BDBD4BAF1483}" dt="2026-09-03T18:20:19.019" v="516" actId="20577"/>
          <ac:spMkLst>
            <pc:docMk/>
            <pc:sldMk cId="0" sldId="281"/>
            <ac:spMk id="15361" creationId="{00000000-0000-0000-0000-000000000000}"/>
          </ac:spMkLst>
        </pc:spChg>
        <pc:spChg chg="del mod">
          <ac:chgData name="Farhan Akhlaq" userId="0d37a74123a82c13" providerId="LiveId" clId="{BD01816B-54FF-48DD-8D35-BDBD4BAF1483}" dt="2026-09-03T17:22:56.369" v="357" actId="478"/>
          <ac:spMkLst>
            <pc:docMk/>
            <pc:sldMk cId="0" sldId="281"/>
            <ac:spMk id="15362" creationId="{00000000-0000-0000-0000-000000000000}"/>
          </ac:spMkLst>
        </pc:spChg>
        <pc:grpChg chg="add mod">
          <ac:chgData name="Farhan Akhlaq" userId="0d37a74123a82c13" providerId="LiveId" clId="{BD01816B-54FF-48DD-8D35-BDBD4BAF1483}" dt="2026-09-03T17:23:27.994" v="363" actId="1076"/>
          <ac:grpSpMkLst>
            <pc:docMk/>
            <pc:sldMk cId="0" sldId="281"/>
            <ac:grpSpMk id="2" creationId="{B24A7976-D55C-221F-4513-1A699620F315}"/>
          </ac:grpSpMkLst>
        </pc:grpChg>
      </pc:sldChg>
      <pc:sldChg chg="addSp delSp modSp mod">
        <pc:chgData name="Farhan Akhlaq" userId="0d37a74123a82c13" providerId="LiveId" clId="{BD01816B-54FF-48DD-8D35-BDBD4BAF1483}" dt="2026-09-03T18:26:46.025" v="598" actId="20577"/>
        <pc:sldMkLst>
          <pc:docMk/>
          <pc:sldMk cId="0" sldId="290"/>
        </pc:sldMkLst>
        <pc:spChg chg="mod">
          <ac:chgData name="Farhan Akhlaq" userId="0d37a74123a82c13" providerId="LiveId" clId="{BD01816B-54FF-48DD-8D35-BDBD4BAF1483}" dt="2026-09-03T18:23:35.599" v="572" actId="20577"/>
          <ac:spMkLst>
            <pc:docMk/>
            <pc:sldMk cId="0" sldId="290"/>
            <ac:spMk id="3" creationId="{2A49D428-0447-F9C3-3D00-69B93EA7D731}"/>
          </ac:spMkLst>
        </pc:spChg>
        <pc:spChg chg="mod">
          <ac:chgData name="Farhan Akhlaq" userId="0d37a74123a82c13" providerId="LiveId" clId="{BD01816B-54FF-48DD-8D35-BDBD4BAF1483}" dt="2026-09-03T18:26:46.025" v="598" actId="20577"/>
          <ac:spMkLst>
            <pc:docMk/>
            <pc:sldMk cId="0" sldId="290"/>
            <ac:spMk id="4" creationId="{A5FE4B29-B950-CA61-9804-6D34B4BEAE57}"/>
          </ac:spMkLst>
        </pc:spChg>
        <pc:spChg chg="add del">
          <ac:chgData name="Farhan Akhlaq" userId="0d37a74123a82c13" providerId="LiveId" clId="{BD01816B-54FF-48DD-8D35-BDBD4BAF1483}" dt="2026-09-03T18:05:59.407" v="442" actId="22"/>
          <ac:spMkLst>
            <pc:docMk/>
            <pc:sldMk cId="0" sldId="290"/>
            <ac:spMk id="5" creationId="{6DAAAD1D-45DB-CBF3-61EF-754AE0F480B5}"/>
          </ac:spMkLst>
        </pc:spChg>
        <pc:spChg chg="add mod">
          <ac:chgData name="Farhan Akhlaq" userId="0d37a74123a82c13" providerId="LiveId" clId="{BD01816B-54FF-48DD-8D35-BDBD4BAF1483}" dt="2026-09-03T18:08:21.543" v="453" actId="1076"/>
          <ac:spMkLst>
            <pc:docMk/>
            <pc:sldMk cId="0" sldId="290"/>
            <ac:spMk id="7" creationId="{A0FAE96A-7EB8-A577-3673-EB8C42AB9033}"/>
          </ac:spMkLst>
        </pc:spChg>
        <pc:spChg chg="mod">
          <ac:chgData name="Farhan Akhlaq" userId="0d37a74123a82c13" providerId="LiveId" clId="{BD01816B-54FF-48DD-8D35-BDBD4BAF1483}" dt="2026-09-03T18:20:44.713" v="545" actId="20577"/>
          <ac:spMkLst>
            <pc:docMk/>
            <pc:sldMk cId="0" sldId="290"/>
            <ac:spMk id="17409" creationId="{00000000-0000-0000-0000-000000000000}"/>
          </ac:spMkLst>
        </pc:spChg>
        <pc:spChg chg="del mod">
          <ac:chgData name="Farhan Akhlaq" userId="0d37a74123a82c13" providerId="LiveId" clId="{BD01816B-54FF-48DD-8D35-BDBD4BAF1483}" dt="2026-09-03T18:05:57.289" v="440" actId="478"/>
          <ac:spMkLst>
            <pc:docMk/>
            <pc:sldMk cId="0" sldId="290"/>
            <ac:spMk id="17410" creationId="{00000000-0000-0000-0000-000000000000}"/>
          </ac:spMkLst>
        </pc:spChg>
        <pc:picChg chg="mod">
          <ac:chgData name="Farhan Akhlaq" userId="0d37a74123a82c13" providerId="LiveId" clId="{BD01816B-54FF-48DD-8D35-BDBD4BAF1483}" dt="2026-09-03T18:07:58.611" v="452" actId="14100"/>
          <ac:picMkLst>
            <pc:docMk/>
            <pc:sldMk cId="0" sldId="290"/>
            <ac:picMk id="12" creationId="{00000000-0000-0000-0000-000000000000}"/>
          </ac:picMkLst>
        </pc:picChg>
      </pc:sldChg>
      <pc:sldChg chg="addSp delSp modSp mod">
        <pc:chgData name="Farhan Akhlaq" userId="0d37a74123a82c13" providerId="LiveId" clId="{BD01816B-54FF-48DD-8D35-BDBD4BAF1483}" dt="2026-09-03T18:22:27.774" v="565" actId="1076"/>
        <pc:sldMkLst>
          <pc:docMk/>
          <pc:sldMk cId="0" sldId="291"/>
        </pc:sldMkLst>
        <pc:spChg chg="del mod">
          <ac:chgData name="Farhan Akhlaq" userId="0d37a74123a82c13" providerId="LiveId" clId="{BD01816B-54FF-48DD-8D35-BDBD4BAF1483}" dt="2026-09-03T18:22:08.847" v="562" actId="478"/>
          <ac:spMkLst>
            <pc:docMk/>
            <pc:sldMk cId="0" sldId="291"/>
            <ac:spMk id="4" creationId="{00000000-0000-0000-0000-000000000000}"/>
          </ac:spMkLst>
        </pc:spChg>
        <pc:spChg chg="add del mod">
          <ac:chgData name="Farhan Akhlaq" userId="0d37a74123a82c13" providerId="LiveId" clId="{BD01816B-54FF-48DD-8D35-BDBD4BAF1483}" dt="2026-09-03T18:22:20.652" v="564" actId="478"/>
          <ac:spMkLst>
            <pc:docMk/>
            <pc:sldMk cId="0" sldId="291"/>
            <ac:spMk id="6" creationId="{E962B292-6B2E-3594-400C-BEAA245917ED}"/>
          </ac:spMkLst>
        </pc:spChg>
        <pc:spChg chg="mod">
          <ac:chgData name="Farhan Akhlaq" userId="0d37a74123a82c13" providerId="LiveId" clId="{BD01816B-54FF-48DD-8D35-BDBD4BAF1483}" dt="2026-09-03T18:22:27.774" v="565" actId="1076"/>
          <ac:spMkLst>
            <pc:docMk/>
            <pc:sldMk cId="0" sldId="291"/>
            <ac:spMk id="8" creationId="{00000000-0000-0000-0000-000000000000}"/>
          </ac:spMkLst>
        </pc:spChg>
        <pc:spChg chg="add del mod">
          <ac:chgData name="Farhan Akhlaq" userId="0d37a74123a82c13" providerId="LiveId" clId="{BD01816B-54FF-48DD-8D35-BDBD4BAF1483}" dt="2026-09-03T18:22:16.467" v="563" actId="1076"/>
          <ac:spMkLst>
            <pc:docMk/>
            <pc:sldMk cId="0" sldId="291"/>
            <ac:spMk id="10" creationId="{00000000-0000-0000-0000-000000000000}"/>
          </ac:spMkLst>
        </pc:spChg>
      </pc:sldChg>
      <pc:sldChg chg="del">
        <pc:chgData name="Farhan Akhlaq" userId="0d37a74123a82c13" providerId="LiveId" clId="{BD01816B-54FF-48DD-8D35-BDBD4BAF1483}" dt="2026-09-03T18:11:34.832" v="464" actId="47"/>
        <pc:sldMkLst>
          <pc:docMk/>
          <pc:sldMk cId="3753387913" sldId="293"/>
        </pc:sldMkLst>
      </pc:sldChg>
      <pc:sldChg chg="del">
        <pc:chgData name="Farhan Akhlaq" userId="0d37a74123a82c13" providerId="LiveId" clId="{BD01816B-54FF-48DD-8D35-BDBD4BAF1483}" dt="2026-09-03T18:11:46.196" v="466" actId="47"/>
        <pc:sldMkLst>
          <pc:docMk/>
          <pc:sldMk cId="2997144140" sldId="294"/>
        </pc:sldMkLst>
      </pc:sldChg>
      <pc:sldChg chg="modSp mod">
        <pc:chgData name="Farhan Akhlaq" userId="0d37a74123a82c13" providerId="LiveId" clId="{BD01816B-54FF-48DD-8D35-BDBD4BAF1483}" dt="2026-09-03T18:26:22.317" v="592" actId="1076"/>
        <pc:sldMkLst>
          <pc:docMk/>
          <pc:sldMk cId="3916788613" sldId="296"/>
        </pc:sldMkLst>
        <pc:spChg chg="mod">
          <ac:chgData name="Farhan Akhlaq" userId="0d37a74123a82c13" providerId="LiveId" clId="{BD01816B-54FF-48DD-8D35-BDBD4BAF1483}" dt="2026-09-03T18:23:52.142" v="576" actId="20577"/>
          <ac:spMkLst>
            <pc:docMk/>
            <pc:sldMk cId="3916788613" sldId="296"/>
            <ac:spMk id="3" creationId="{F4114864-B101-1E6E-5799-BE4EC3F980A5}"/>
          </ac:spMkLst>
        </pc:spChg>
        <pc:spChg chg="mod">
          <ac:chgData name="Farhan Akhlaq" userId="0d37a74123a82c13" providerId="LiveId" clId="{BD01816B-54FF-48DD-8D35-BDBD4BAF1483}" dt="2026-09-03T18:26:22.317" v="592" actId="1076"/>
          <ac:spMkLst>
            <pc:docMk/>
            <pc:sldMk cId="3916788613" sldId="296"/>
            <ac:spMk id="4" creationId="{4CFF4F57-C633-51F2-917F-BAF9D5D60B44}"/>
          </ac:spMkLst>
        </pc:spChg>
        <pc:spChg chg="mod">
          <ac:chgData name="Farhan Akhlaq" userId="0d37a74123a82c13" providerId="LiveId" clId="{BD01816B-54FF-48DD-8D35-BDBD4BAF1483}" dt="2026-09-03T18:21:41.087" v="552"/>
          <ac:spMkLst>
            <pc:docMk/>
            <pc:sldMk cId="3916788613" sldId="296"/>
            <ac:spMk id="17409" creationId="{00000000-0000-0000-0000-000000000000}"/>
          </ac:spMkLst>
        </pc:spChg>
        <pc:spChg chg="mod">
          <ac:chgData name="Farhan Akhlaq" userId="0d37a74123a82c13" providerId="LiveId" clId="{BD01816B-54FF-48DD-8D35-BDBD4BAF1483}" dt="2026-09-03T18:12:03.241" v="469" actId="404"/>
          <ac:spMkLst>
            <pc:docMk/>
            <pc:sldMk cId="3916788613" sldId="296"/>
            <ac:spMk id="17410" creationId="{00000000-0000-0000-0000-000000000000}"/>
          </ac:spMkLst>
        </pc:spChg>
      </pc:sldChg>
      <pc:sldChg chg="addSp delSp modSp new del mod">
        <pc:chgData name="Farhan Akhlaq" userId="0d37a74123a82c13" providerId="LiveId" clId="{BD01816B-54FF-48DD-8D35-BDBD4BAF1483}" dt="2026-09-03T18:00:44.379" v="438" actId="47"/>
        <pc:sldMkLst>
          <pc:docMk/>
          <pc:sldMk cId="316281781" sldId="299"/>
        </pc:sldMkLst>
      </pc:sldChg>
      <pc:sldChg chg="addSp modSp new del mod">
        <pc:chgData name="Farhan Akhlaq" userId="0d37a74123a82c13" providerId="LiveId" clId="{BD01816B-54FF-48DD-8D35-BDBD4BAF1483}" dt="2026-09-03T18:10:16.871" v="454" actId="47"/>
        <pc:sldMkLst>
          <pc:docMk/>
          <pc:sldMk cId="1558361513" sldId="300"/>
        </pc:sldMkLst>
      </pc:sldChg>
      <pc:sldChg chg="del">
        <pc:chgData name="Farhan Akhlaq" userId="0d37a74123a82c13" providerId="LiveId" clId="{BD01816B-54FF-48DD-8D35-BDBD4BAF1483}" dt="2026-09-03T18:11:36.821" v="465" actId="47"/>
        <pc:sldMkLst>
          <pc:docMk/>
          <pc:sldMk cId="1843166135" sldId="301"/>
        </pc:sldMkLst>
      </pc:sldChg>
      <pc:sldChg chg="del">
        <pc:chgData name="Farhan Akhlaq" userId="0d37a74123a82c13" providerId="LiveId" clId="{BD01816B-54FF-48DD-8D35-BDBD4BAF1483}" dt="2026-09-03T17:31:20.875" v="414" actId="47"/>
        <pc:sldMkLst>
          <pc:docMk/>
          <pc:sldMk cId="603694029" sldId="302"/>
        </pc:sldMkLst>
      </pc:sldChg>
      <pc:sldChg chg="addSp delSp modSp mod">
        <pc:chgData name="Farhan Akhlaq" userId="0d37a74123a82c13" providerId="LiveId" clId="{BD01816B-54FF-48DD-8D35-BDBD4BAF1483}" dt="2026-09-03T18:26:33.422" v="595" actId="20577"/>
        <pc:sldMkLst>
          <pc:docMk/>
          <pc:sldMk cId="3456570070" sldId="304"/>
        </pc:sldMkLst>
        <pc:spChg chg="add del">
          <ac:chgData name="Farhan Akhlaq" userId="0d37a74123a82c13" providerId="LiveId" clId="{BD01816B-54FF-48DD-8D35-BDBD4BAF1483}" dt="2026-09-03T18:10:35.451" v="457" actId="22"/>
          <ac:spMkLst>
            <pc:docMk/>
            <pc:sldMk cId="3456570070" sldId="304"/>
            <ac:spMk id="4" creationId="{DEC581FF-05A8-2997-0A06-7D188C2AD2DA}"/>
          </ac:spMkLst>
        </pc:spChg>
        <pc:spChg chg="del mod">
          <ac:chgData name="Farhan Akhlaq" userId="0d37a74123a82c13" providerId="LiveId" clId="{BD01816B-54FF-48DD-8D35-BDBD4BAF1483}" dt="2026-09-03T18:10:49.373" v="460" actId="478"/>
          <ac:spMkLst>
            <pc:docMk/>
            <pc:sldMk cId="3456570070" sldId="304"/>
            <ac:spMk id="7" creationId="{00000000-0000-0000-0000-000000000000}"/>
          </ac:spMkLst>
        </pc:spChg>
        <pc:spChg chg="add del">
          <ac:chgData name="Farhan Akhlaq" userId="0d37a74123a82c13" providerId="LiveId" clId="{BD01816B-54FF-48DD-8D35-BDBD4BAF1483}" dt="2026-09-03T18:10:51.727" v="462" actId="22"/>
          <ac:spMkLst>
            <pc:docMk/>
            <pc:sldMk cId="3456570070" sldId="304"/>
            <ac:spMk id="9" creationId="{5496A062-BBE9-197D-56A0-E148D890BFE3}"/>
          </ac:spMkLst>
        </pc:spChg>
        <pc:spChg chg="add del">
          <ac:chgData name="Farhan Akhlaq" userId="0d37a74123a82c13" providerId="LiveId" clId="{BD01816B-54FF-48DD-8D35-BDBD4BAF1483}" dt="2026-09-03T18:10:35.791" v="458" actId="478"/>
          <ac:spMkLst>
            <pc:docMk/>
            <pc:sldMk cId="3456570070" sldId="304"/>
            <ac:spMk id="10" creationId="{AD4F69D3-EEB0-4C4C-9434-B9960FB5854C}"/>
          </ac:spMkLst>
        </pc:spChg>
        <pc:spChg chg="mod">
          <ac:chgData name="Farhan Akhlaq" userId="0d37a74123a82c13" providerId="LiveId" clId="{BD01816B-54FF-48DD-8D35-BDBD4BAF1483}" dt="2026-09-03T18:19:18.791" v="479" actId="1076"/>
          <ac:spMkLst>
            <pc:docMk/>
            <pc:sldMk cId="3456570070" sldId="304"/>
            <ac:spMk id="12" creationId="{5DBCE864-823D-4A13-9607-5DA1F0ED5FB8}"/>
          </ac:spMkLst>
        </pc:spChg>
        <pc:spChg chg="add mod">
          <ac:chgData name="Farhan Akhlaq" userId="0d37a74123a82c13" providerId="LiveId" clId="{BD01816B-54FF-48DD-8D35-BDBD4BAF1483}" dt="2026-09-03T18:26:33.422" v="595" actId="20577"/>
          <ac:spMkLst>
            <pc:docMk/>
            <pc:sldMk cId="3456570070" sldId="304"/>
            <ac:spMk id="15" creationId="{E559B481-3795-DBCB-C958-56E3A5B21FE2}"/>
          </ac:spMkLst>
        </pc:spChg>
        <pc:spChg chg="mod">
          <ac:chgData name="Farhan Akhlaq" userId="0d37a74123a82c13" providerId="LiveId" clId="{BD01816B-54FF-48DD-8D35-BDBD4BAF1483}" dt="2026-09-03T18:21:09.267" v="548"/>
          <ac:spMkLst>
            <pc:docMk/>
            <pc:sldMk cId="3456570070" sldId="304"/>
            <ac:spMk id="17409" creationId="{00000000-0000-0000-0000-000000000000}"/>
          </ac:spMkLst>
        </pc:spChg>
        <pc:picChg chg="mod">
          <ac:chgData name="Farhan Akhlaq" userId="0d37a74123a82c13" providerId="LiveId" clId="{BD01816B-54FF-48DD-8D35-BDBD4BAF1483}" dt="2026-09-03T18:19:12.420" v="478" actId="1076"/>
          <ac:picMkLst>
            <pc:docMk/>
            <pc:sldMk cId="3456570070" sldId="304"/>
            <ac:picMk id="11" creationId="{00000000-0000-0000-0000-000000000000}"/>
          </ac:picMkLst>
        </pc:picChg>
      </pc:sldChg>
      <pc:sldChg chg="addSp delSp modSp mod">
        <pc:chgData name="Farhan Akhlaq" userId="0d37a74123a82c13" providerId="LiveId" clId="{BD01816B-54FF-48DD-8D35-BDBD4BAF1483}" dt="2026-09-03T18:26:16.294" v="591" actId="1076"/>
        <pc:sldMkLst>
          <pc:docMk/>
          <pc:sldMk cId="923014741" sldId="305"/>
        </pc:sldMkLst>
        <pc:spChg chg="add mod">
          <ac:chgData name="Farhan Akhlaq" userId="0d37a74123a82c13" providerId="LiveId" clId="{BD01816B-54FF-48DD-8D35-BDBD4BAF1483}" dt="2026-09-03T18:26:09.880" v="590" actId="1076"/>
          <ac:spMkLst>
            <pc:docMk/>
            <pc:sldMk cId="923014741" sldId="305"/>
            <ac:spMk id="2" creationId="{72E78419-2C1D-EDC3-932A-D2D3505D5B06}"/>
          </ac:spMkLst>
        </pc:spChg>
        <pc:spChg chg="mod">
          <ac:chgData name="Farhan Akhlaq" userId="0d37a74123a82c13" providerId="LiveId" clId="{BD01816B-54FF-48DD-8D35-BDBD4BAF1483}" dt="2026-09-03T18:23:45.907" v="574" actId="20577"/>
          <ac:spMkLst>
            <pc:docMk/>
            <pc:sldMk cId="923014741" sldId="305"/>
            <ac:spMk id="3" creationId="{75FB99F7-7510-53FB-DC64-22869B78CE86}"/>
          </ac:spMkLst>
        </pc:spChg>
        <pc:spChg chg="del mod">
          <ac:chgData name="Farhan Akhlaq" userId="0d37a74123a82c13" providerId="LiveId" clId="{BD01816B-54FF-48DD-8D35-BDBD4BAF1483}" dt="2026-09-03T18:25:27.859" v="581" actId="478"/>
          <ac:spMkLst>
            <pc:docMk/>
            <pc:sldMk cId="923014741" sldId="305"/>
            <ac:spMk id="4" creationId="{2BD58113-1D19-DB83-C901-057CF1348A54}"/>
          </ac:spMkLst>
        </pc:spChg>
        <pc:spChg chg="mod">
          <ac:chgData name="Farhan Akhlaq" userId="0d37a74123a82c13" providerId="LiveId" clId="{BD01816B-54FF-48DD-8D35-BDBD4BAF1483}" dt="2026-09-03T18:26:16.294" v="591" actId="1076"/>
          <ac:spMkLst>
            <pc:docMk/>
            <pc:sldMk cId="923014741" sldId="305"/>
            <ac:spMk id="6" creationId="{B2DBA4BA-C71C-A202-5B36-8C60368A58FA}"/>
          </ac:spMkLst>
        </pc:spChg>
        <pc:spChg chg="del mod">
          <ac:chgData name="Farhan Akhlaq" userId="0d37a74123a82c13" providerId="LiveId" clId="{BD01816B-54FF-48DD-8D35-BDBD4BAF1483}" dt="2026-09-03T18:26:00.262" v="588" actId="478"/>
          <ac:spMkLst>
            <pc:docMk/>
            <pc:sldMk cId="923014741" sldId="305"/>
            <ac:spMk id="7" creationId="{E1021642-4BA3-9ABD-3E35-EE8C21DBCA87}"/>
          </ac:spMkLst>
        </pc:spChg>
        <pc:spChg chg="mod">
          <ac:chgData name="Farhan Akhlaq" userId="0d37a74123a82c13" providerId="LiveId" clId="{BD01816B-54FF-48DD-8D35-BDBD4BAF1483}" dt="2026-09-03T18:26:05.939" v="589" actId="1076"/>
          <ac:spMkLst>
            <pc:docMk/>
            <pc:sldMk cId="923014741" sldId="305"/>
            <ac:spMk id="10" creationId="{7D7EE8FB-7E24-9671-82C8-1AC453B28B08}"/>
          </ac:spMkLst>
        </pc:spChg>
        <pc:spChg chg="mod">
          <ac:chgData name="Farhan Akhlaq" userId="0d37a74123a82c13" providerId="LiveId" clId="{BD01816B-54FF-48DD-8D35-BDBD4BAF1483}" dt="2026-09-03T17:35:57.338" v="437" actId="1076"/>
          <ac:spMkLst>
            <pc:docMk/>
            <pc:sldMk cId="923014741" sldId="305"/>
            <ac:spMk id="47" creationId="{CB4A7AF2-D3F3-6F4E-2D2D-2E707138BC6C}"/>
          </ac:spMkLst>
        </pc:spChg>
        <pc:spChg chg="del">
          <ac:chgData name="Farhan Akhlaq" userId="0d37a74123a82c13" providerId="LiveId" clId="{BD01816B-54FF-48DD-8D35-BDBD4BAF1483}" dt="2026-09-03T17:33:58.456" v="420" actId="478"/>
          <ac:spMkLst>
            <pc:docMk/>
            <pc:sldMk cId="923014741" sldId="305"/>
            <ac:spMk id="52" creationId="{29A4614C-FB9D-7CED-3A9A-0A953F9740D1}"/>
          </ac:spMkLst>
        </pc:spChg>
        <pc:spChg chg="mod">
          <ac:chgData name="Farhan Akhlaq" userId="0d37a74123a82c13" providerId="LiveId" clId="{BD01816B-54FF-48DD-8D35-BDBD4BAF1483}" dt="2026-09-03T18:21:24.157" v="550"/>
          <ac:spMkLst>
            <pc:docMk/>
            <pc:sldMk cId="923014741" sldId="305"/>
            <ac:spMk id="17409" creationId="{A164A974-D703-A02F-D40A-C32FB41E2956}"/>
          </ac:spMkLst>
        </pc:spChg>
        <pc:spChg chg="mod">
          <ac:chgData name="Farhan Akhlaq" userId="0d37a74123a82c13" providerId="LiveId" clId="{BD01816B-54FF-48DD-8D35-BDBD4BAF1483}" dt="2026-09-03T17:35:04.227" v="430" actId="1076"/>
          <ac:spMkLst>
            <pc:docMk/>
            <pc:sldMk cId="923014741" sldId="305"/>
            <ac:spMk id="17468" creationId="{9E83B55E-D7AF-7B92-B707-4C74E52C4564}"/>
          </ac:spMkLst>
        </pc:spChg>
        <pc:spChg chg="mod">
          <ac:chgData name="Farhan Akhlaq" userId="0d37a74123a82c13" providerId="LiveId" clId="{BD01816B-54FF-48DD-8D35-BDBD4BAF1483}" dt="2026-09-03T17:34:10.534" v="422" actId="1076"/>
          <ac:spMkLst>
            <pc:docMk/>
            <pc:sldMk cId="923014741" sldId="305"/>
            <ac:spMk id="17489" creationId="{BFBEE2AC-9ACD-801E-5EE2-7961748437DA}"/>
          </ac:spMkLst>
        </pc:spChg>
        <pc:spChg chg="mod">
          <ac:chgData name="Farhan Akhlaq" userId="0d37a74123a82c13" providerId="LiveId" clId="{BD01816B-54FF-48DD-8D35-BDBD4BAF1483}" dt="2026-09-03T17:35:14.881" v="432" actId="1076"/>
          <ac:spMkLst>
            <pc:docMk/>
            <pc:sldMk cId="923014741" sldId="305"/>
            <ac:spMk id="17493" creationId="{3F366E50-4221-C68B-B8FC-354AC64D9ADA}"/>
          </ac:spMkLst>
        </pc:spChg>
        <pc:spChg chg="mod">
          <ac:chgData name="Farhan Akhlaq" userId="0d37a74123a82c13" providerId="LiveId" clId="{BD01816B-54FF-48DD-8D35-BDBD4BAF1483}" dt="2026-09-03T17:35:18.178" v="433" actId="1076"/>
          <ac:spMkLst>
            <pc:docMk/>
            <pc:sldMk cId="923014741" sldId="305"/>
            <ac:spMk id="17494" creationId="{89037C33-0BD2-1FAB-7FA3-8E1FF8520ED8}"/>
          </ac:spMkLst>
        </pc:spChg>
        <pc:grpChg chg="mod">
          <ac:chgData name="Farhan Akhlaq" userId="0d37a74123a82c13" providerId="LiveId" clId="{BD01816B-54FF-48DD-8D35-BDBD4BAF1483}" dt="2026-09-03T17:34:33.290" v="426" actId="14100"/>
          <ac:grpSpMkLst>
            <pc:docMk/>
            <pc:sldMk cId="923014741" sldId="305"/>
            <ac:grpSpMk id="5" creationId="{02653E3C-29BC-F9C4-3315-E0F0568B7D00}"/>
          </ac:grpSpMkLst>
        </pc:grpChg>
        <pc:grpChg chg="mod">
          <ac:chgData name="Farhan Akhlaq" userId="0d37a74123a82c13" providerId="LiveId" clId="{BD01816B-54FF-48DD-8D35-BDBD4BAF1483}" dt="2026-09-03T17:35:08.721" v="431" actId="1076"/>
          <ac:grpSpMkLst>
            <pc:docMk/>
            <pc:sldMk cId="923014741" sldId="305"/>
            <ac:grpSpMk id="17560" creationId="{A71C6857-58A5-3728-BC2D-C1C829440C51}"/>
          </ac:grpSpMkLst>
        </pc:grpChg>
        <pc:picChg chg="mod">
          <ac:chgData name="Farhan Akhlaq" userId="0d37a74123a82c13" providerId="LiveId" clId="{BD01816B-54FF-48DD-8D35-BDBD4BAF1483}" dt="2026-09-03T17:35:40.958" v="436" actId="1076"/>
          <ac:picMkLst>
            <pc:docMk/>
            <pc:sldMk cId="923014741" sldId="305"/>
            <ac:picMk id="11" creationId="{8A618F00-F618-786A-3EA2-B68BE547332D}"/>
          </ac:picMkLst>
        </pc:picChg>
      </pc:sldChg>
    </pc:docChg>
  </pc:docChgLst>
  <pc:docChgLst>
    <pc:chgData name="Guest User" providerId="Windows Live" clId="Web-{41F24450-41AB-D97F-5DAA-AB6829C166F6}"/>
    <pc:docChg chg="modSld">
      <pc:chgData name="Guest User" userId="" providerId="Windows Live" clId="Web-{41F24450-41AB-D97F-5DAA-AB6829C166F6}" dt="2026-08-31T19:48:46.773" v="5" actId="20577"/>
      <pc:docMkLst>
        <pc:docMk/>
      </pc:docMkLst>
      <pc:sldChg chg="modSp">
        <pc:chgData name="Guest User" userId="" providerId="Windows Live" clId="Web-{41F24450-41AB-D97F-5DAA-AB6829C166F6}" dt="2026-08-31T19:48:46.773" v="5" actId="20577"/>
        <pc:sldMkLst>
          <pc:docMk/>
          <pc:sldMk cId="0" sldId="291"/>
        </pc:sldMkLst>
        <pc:spChg chg="mod">
          <ac:chgData name="Guest User" userId="" providerId="Windows Live" clId="Web-{41F24450-41AB-D97F-5DAA-AB6829C166F6}" dt="2026-08-31T19:48:46.773" v="5" actId="20577"/>
          <ac:spMkLst>
            <pc:docMk/>
            <pc:sldMk cId="0" sldId="291"/>
            <ac:spMk id="10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#1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0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2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#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0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2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#3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0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2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8BF2E6-649D-4F81-99C7-43901FD7AD6D}" type="doc">
      <dgm:prSet loTypeId="urn:microsoft.com/office/officeart/2005/8/layout/vList2" loCatId="list" qsTypeId="urn:microsoft.com/office/officeart/2005/8/quickstyle/simple2#1" qsCatId="simple" csTypeId="urn:microsoft.com/office/officeart/2005/8/colors/accent0_2#1" csCatId="mainScheme" phldr="1"/>
      <dgm:spPr/>
      <dgm:t>
        <a:bodyPr/>
        <a:lstStyle/>
        <a:p>
          <a:endParaRPr lang="en-IN"/>
        </a:p>
      </dgm:t>
    </dgm:pt>
    <dgm:pt modelId="{3FBB1849-A23B-4ACA-966C-A3326AF1805B}">
      <dgm:prSet phldrT="[Text]"/>
      <dgm:spPr/>
      <dgm:t>
        <a:bodyPr/>
        <a:lstStyle/>
        <a:p>
          <a:pPr>
            <a:buNone/>
          </a:pPr>
          <a:r>
            <a:rPr lang="en-IN" b="0"/>
            <a:t>Open-source WRF-Chem enables coupled weather–air quality modelling.</a:t>
          </a:r>
        </a:p>
      </dgm:t>
    </dgm:pt>
    <dgm:pt modelId="{99897EBB-F8DE-402F-88E0-B8C86EC3DE58}" type="parTrans" cxnId="{6ABA8749-EB63-4511-BC80-FEF78F1CC36E}">
      <dgm:prSet/>
      <dgm:spPr/>
      <dgm:t>
        <a:bodyPr/>
        <a:lstStyle/>
        <a:p>
          <a:endParaRPr lang="en-IN"/>
        </a:p>
      </dgm:t>
    </dgm:pt>
    <dgm:pt modelId="{56BF3F7F-BDAC-4800-86BA-F4599A377141}" type="sibTrans" cxnId="{6ABA8749-EB63-4511-BC80-FEF78F1CC36E}">
      <dgm:prSet/>
      <dgm:spPr/>
      <dgm:t>
        <a:bodyPr/>
        <a:lstStyle/>
        <a:p>
          <a:endParaRPr lang="en-IN"/>
        </a:p>
      </dgm:t>
    </dgm:pt>
    <dgm:pt modelId="{5F06A9D8-4519-46BE-B194-138C789D8B8F}">
      <dgm:prSet phldrT="[Text]"/>
      <dgm:spPr/>
      <dgm:t>
        <a:bodyPr/>
        <a:lstStyle/>
        <a:p>
          <a:pPr>
            <a:buNone/>
          </a:pPr>
          <a:r>
            <a:rPr lang="en-IN"/>
            <a:t>Modular WRF-Chem + ML + </a:t>
          </a:r>
          <a:r>
            <a:rPr lang="en-IN" err="1"/>
            <a:t>FastAPI</a:t>
          </a:r>
          <a:r>
            <a:rPr lang="en-IN"/>
            <a:t> supports 72-hour forecasting.</a:t>
          </a:r>
        </a:p>
      </dgm:t>
    </dgm:pt>
    <dgm:pt modelId="{A1807A3F-1BD7-4038-9558-CF7BF04BABF5}" type="parTrans" cxnId="{899D42CD-4C05-4D8F-88DC-EA5D20080F7B}">
      <dgm:prSet/>
      <dgm:spPr/>
      <dgm:t>
        <a:bodyPr/>
        <a:lstStyle/>
        <a:p>
          <a:endParaRPr lang="en-IN"/>
        </a:p>
      </dgm:t>
    </dgm:pt>
    <dgm:pt modelId="{994DE1CB-6CBF-4B4C-8F5E-AA3C3C519AB3}" type="sibTrans" cxnId="{899D42CD-4C05-4D8F-88DC-EA5D20080F7B}">
      <dgm:prSet/>
      <dgm:spPr/>
      <dgm:t>
        <a:bodyPr/>
        <a:lstStyle/>
        <a:p>
          <a:endParaRPr lang="en-IN"/>
        </a:p>
      </dgm:t>
    </dgm:pt>
    <dgm:pt modelId="{EE409ACC-8073-49B7-B5F7-48262DB4DA68}">
      <dgm:prSet phldrT="[Text]"/>
      <dgm:spPr/>
      <dgm:t>
        <a:bodyPr/>
        <a:lstStyle/>
        <a:p>
          <a:pPr>
            <a:buNone/>
          </a:pPr>
          <a:r>
            <a:rPr lang="en-IN"/>
            <a:t>Satellite and weather APIs enable automated real-time data collection.</a:t>
          </a:r>
        </a:p>
      </dgm:t>
    </dgm:pt>
    <dgm:pt modelId="{603113CD-2B79-4EA2-9391-62C21E71F91A}" type="sibTrans" cxnId="{86E664E9-6FA1-4888-BAC9-8CFF4ED84E0A}">
      <dgm:prSet/>
      <dgm:spPr/>
      <dgm:t>
        <a:bodyPr/>
        <a:lstStyle/>
        <a:p>
          <a:endParaRPr lang="en-IN"/>
        </a:p>
      </dgm:t>
    </dgm:pt>
    <dgm:pt modelId="{119C1B71-D6D4-4CC4-B217-3B742F32E4CA}" type="parTrans" cxnId="{86E664E9-6FA1-4888-BAC9-8CFF4ED84E0A}">
      <dgm:prSet/>
      <dgm:spPr/>
      <dgm:t>
        <a:bodyPr/>
        <a:lstStyle/>
        <a:p>
          <a:endParaRPr lang="en-IN"/>
        </a:p>
      </dgm:t>
    </dgm:pt>
    <dgm:pt modelId="{37AB71EB-EB8E-4E71-832A-4117A6234DE4}">
      <dgm:prSet/>
      <dgm:spPr/>
      <dgm:t>
        <a:bodyPr/>
        <a:lstStyle/>
        <a:p>
          <a:pPr>
            <a:buNone/>
          </a:pPr>
          <a:r>
            <a:rPr lang="en-IN" b="0"/>
            <a:t>Explainable AI</a:t>
          </a:r>
          <a:r>
            <a:rPr lang="en-IN" b="1"/>
            <a:t>:</a:t>
          </a:r>
          <a:r>
            <a:rPr lang="en-IN"/>
            <a:t> Identifies key factors driving AQI predictions for better interpretability.</a:t>
          </a:r>
        </a:p>
      </dgm:t>
    </dgm:pt>
    <dgm:pt modelId="{AEFF9F0D-FC05-4E80-BC2E-5A46D63365F9}" type="sibTrans" cxnId="{68F38685-8CF6-40F7-B3FF-3205548E42FA}">
      <dgm:prSet/>
      <dgm:spPr/>
      <dgm:t>
        <a:bodyPr/>
        <a:lstStyle/>
        <a:p>
          <a:endParaRPr lang="en-IN"/>
        </a:p>
      </dgm:t>
    </dgm:pt>
    <dgm:pt modelId="{7BE1F848-7600-4FF9-844A-95B6A45CF2D2}" type="parTrans" cxnId="{68F38685-8CF6-40F7-B3FF-3205548E42FA}">
      <dgm:prSet/>
      <dgm:spPr/>
      <dgm:t>
        <a:bodyPr/>
        <a:lstStyle/>
        <a:p>
          <a:endParaRPr lang="en-IN"/>
        </a:p>
      </dgm:t>
    </dgm:pt>
    <dgm:pt modelId="{A1E86E98-5D0B-4E09-B5BD-668A69A3D27D}" type="pres">
      <dgm:prSet presAssocID="{998BF2E6-649D-4F81-99C7-43901FD7AD6D}" presName="linear" presStyleCnt="0">
        <dgm:presLayoutVars>
          <dgm:animLvl val="lvl"/>
          <dgm:resizeHandles val="exact"/>
        </dgm:presLayoutVars>
      </dgm:prSet>
      <dgm:spPr/>
    </dgm:pt>
    <dgm:pt modelId="{5703DACC-4FC3-4CDE-855F-B203AC40AAEE}" type="pres">
      <dgm:prSet presAssocID="{3FBB1849-A23B-4ACA-966C-A3326AF1805B}" presName="parentText" presStyleLbl="node1" presStyleIdx="0" presStyleCnt="4" custScaleY="93431" custLinFactY="-20746" custLinFactNeighborX="-877" custLinFactNeighborY="-100000">
        <dgm:presLayoutVars>
          <dgm:chMax val="0"/>
          <dgm:bulletEnabled val="1"/>
        </dgm:presLayoutVars>
      </dgm:prSet>
      <dgm:spPr/>
    </dgm:pt>
    <dgm:pt modelId="{4B2AC7C2-BFF1-4E75-A259-DBC398378193}" type="pres">
      <dgm:prSet presAssocID="{56BF3F7F-BDAC-4800-86BA-F4599A377141}" presName="spacer" presStyleCnt="0"/>
      <dgm:spPr/>
    </dgm:pt>
    <dgm:pt modelId="{9D0D3D44-5F24-4A44-9F0C-26AE4282B5D2}" type="pres">
      <dgm:prSet presAssocID="{EE409ACC-8073-49B7-B5F7-48262DB4DA68}" presName="parentText" presStyleLbl="node1" presStyleIdx="1" presStyleCnt="4" custLinFactY="-6653" custLinFactNeighborY="-100000">
        <dgm:presLayoutVars>
          <dgm:chMax val="0"/>
          <dgm:bulletEnabled val="1"/>
        </dgm:presLayoutVars>
      </dgm:prSet>
      <dgm:spPr/>
    </dgm:pt>
    <dgm:pt modelId="{F883E623-768E-4267-ABD2-E85727077758}" type="pres">
      <dgm:prSet presAssocID="{603113CD-2B79-4EA2-9391-62C21E71F91A}" presName="spacer" presStyleCnt="0"/>
      <dgm:spPr/>
    </dgm:pt>
    <dgm:pt modelId="{176931E7-D0B4-4B93-B469-E70034CC37DD}" type="pres">
      <dgm:prSet presAssocID="{5F06A9D8-4519-46BE-B194-138C789D8B8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9F3E47D-B469-41FE-9E79-1864B94BF09C}" type="pres">
      <dgm:prSet presAssocID="{994DE1CB-6CBF-4B4C-8F5E-AA3C3C519AB3}" presName="spacer" presStyleCnt="0"/>
      <dgm:spPr/>
    </dgm:pt>
    <dgm:pt modelId="{70F55C84-7DC5-4BD0-8661-7B04E41FD164}" type="pres">
      <dgm:prSet presAssocID="{37AB71EB-EB8E-4E71-832A-4117A6234DE4}" presName="parentText" presStyleLbl="node1" presStyleIdx="3" presStyleCnt="4" custLinFactY="12915" custLinFactNeighborX="410" custLinFactNeighborY="100000">
        <dgm:presLayoutVars>
          <dgm:chMax val="0"/>
          <dgm:bulletEnabled val="1"/>
        </dgm:presLayoutVars>
      </dgm:prSet>
      <dgm:spPr/>
    </dgm:pt>
  </dgm:ptLst>
  <dgm:cxnLst>
    <dgm:cxn modelId="{6ABA8749-EB63-4511-BC80-FEF78F1CC36E}" srcId="{998BF2E6-649D-4F81-99C7-43901FD7AD6D}" destId="{3FBB1849-A23B-4ACA-966C-A3326AF1805B}" srcOrd="0" destOrd="0" parTransId="{99897EBB-F8DE-402F-88E0-B8C86EC3DE58}" sibTransId="{56BF3F7F-BDAC-4800-86BA-F4599A377141}"/>
    <dgm:cxn modelId="{4911087E-FEFC-4053-BD12-4F57528CD000}" type="presOf" srcId="{37AB71EB-EB8E-4E71-832A-4117A6234DE4}" destId="{70F55C84-7DC5-4BD0-8661-7B04E41FD164}" srcOrd="0" destOrd="0" presId="urn:microsoft.com/office/officeart/2005/8/layout/vList2"/>
    <dgm:cxn modelId="{68F38685-8CF6-40F7-B3FF-3205548E42FA}" srcId="{998BF2E6-649D-4F81-99C7-43901FD7AD6D}" destId="{37AB71EB-EB8E-4E71-832A-4117A6234DE4}" srcOrd="3" destOrd="0" parTransId="{7BE1F848-7600-4FF9-844A-95B6A45CF2D2}" sibTransId="{AEFF9F0D-FC05-4E80-BC2E-5A46D63365F9}"/>
    <dgm:cxn modelId="{899D42CD-4C05-4D8F-88DC-EA5D20080F7B}" srcId="{998BF2E6-649D-4F81-99C7-43901FD7AD6D}" destId="{5F06A9D8-4519-46BE-B194-138C789D8B8F}" srcOrd="2" destOrd="0" parTransId="{A1807A3F-1BD7-4038-9558-CF7BF04BABF5}" sibTransId="{994DE1CB-6CBF-4B4C-8F5E-AA3C3C519AB3}"/>
    <dgm:cxn modelId="{C0F69CD1-EAFC-4DF1-AE7B-204799D684D4}" type="presOf" srcId="{5F06A9D8-4519-46BE-B194-138C789D8B8F}" destId="{176931E7-D0B4-4B93-B469-E70034CC37DD}" srcOrd="0" destOrd="0" presId="urn:microsoft.com/office/officeart/2005/8/layout/vList2"/>
    <dgm:cxn modelId="{8668F4D2-982E-468C-91C6-BF18F6AE2284}" type="presOf" srcId="{998BF2E6-649D-4F81-99C7-43901FD7AD6D}" destId="{A1E86E98-5D0B-4E09-B5BD-668A69A3D27D}" srcOrd="0" destOrd="0" presId="urn:microsoft.com/office/officeart/2005/8/layout/vList2"/>
    <dgm:cxn modelId="{74833DE5-D4C0-4E36-AF3C-CF71A873EEBF}" type="presOf" srcId="{3FBB1849-A23B-4ACA-966C-A3326AF1805B}" destId="{5703DACC-4FC3-4CDE-855F-B203AC40AAEE}" srcOrd="0" destOrd="0" presId="urn:microsoft.com/office/officeart/2005/8/layout/vList2"/>
    <dgm:cxn modelId="{86E664E9-6FA1-4888-BAC9-8CFF4ED84E0A}" srcId="{998BF2E6-649D-4F81-99C7-43901FD7AD6D}" destId="{EE409ACC-8073-49B7-B5F7-48262DB4DA68}" srcOrd="1" destOrd="0" parTransId="{119C1B71-D6D4-4CC4-B217-3B742F32E4CA}" sibTransId="{603113CD-2B79-4EA2-9391-62C21E71F91A}"/>
    <dgm:cxn modelId="{6D117BED-A5B9-43FF-8392-F97C08534663}" type="presOf" srcId="{EE409ACC-8073-49B7-B5F7-48262DB4DA68}" destId="{9D0D3D44-5F24-4A44-9F0C-26AE4282B5D2}" srcOrd="0" destOrd="0" presId="urn:microsoft.com/office/officeart/2005/8/layout/vList2"/>
    <dgm:cxn modelId="{B764E747-69DC-4822-BAC6-28C9A37B8325}" type="presParOf" srcId="{A1E86E98-5D0B-4E09-B5BD-668A69A3D27D}" destId="{5703DACC-4FC3-4CDE-855F-B203AC40AAEE}" srcOrd="0" destOrd="0" presId="urn:microsoft.com/office/officeart/2005/8/layout/vList2"/>
    <dgm:cxn modelId="{EFBF20AD-D9A1-4129-8005-58541C4B4921}" type="presParOf" srcId="{A1E86E98-5D0B-4E09-B5BD-668A69A3D27D}" destId="{4B2AC7C2-BFF1-4E75-A259-DBC398378193}" srcOrd="1" destOrd="0" presId="urn:microsoft.com/office/officeart/2005/8/layout/vList2"/>
    <dgm:cxn modelId="{50A06C18-F161-4C3A-9ADB-DCA6A8CA9167}" type="presParOf" srcId="{A1E86E98-5D0B-4E09-B5BD-668A69A3D27D}" destId="{9D0D3D44-5F24-4A44-9F0C-26AE4282B5D2}" srcOrd="2" destOrd="0" presId="urn:microsoft.com/office/officeart/2005/8/layout/vList2"/>
    <dgm:cxn modelId="{665006A2-8905-46D6-B5BD-410A5D0C6F5A}" type="presParOf" srcId="{A1E86E98-5D0B-4E09-B5BD-668A69A3D27D}" destId="{F883E623-768E-4267-ABD2-E85727077758}" srcOrd="3" destOrd="0" presId="urn:microsoft.com/office/officeart/2005/8/layout/vList2"/>
    <dgm:cxn modelId="{02E6D255-9B06-4A0B-A52E-3E4C2BD6034F}" type="presParOf" srcId="{A1E86E98-5D0B-4E09-B5BD-668A69A3D27D}" destId="{176931E7-D0B4-4B93-B469-E70034CC37DD}" srcOrd="4" destOrd="0" presId="urn:microsoft.com/office/officeart/2005/8/layout/vList2"/>
    <dgm:cxn modelId="{D1931A8B-9B90-4D68-994F-E17E4A43756B}" type="presParOf" srcId="{A1E86E98-5D0B-4E09-B5BD-668A69A3D27D}" destId="{A9F3E47D-B469-41FE-9E79-1864B94BF09C}" srcOrd="5" destOrd="0" presId="urn:microsoft.com/office/officeart/2005/8/layout/vList2"/>
    <dgm:cxn modelId="{0B67625F-29C4-4F89-BD5A-1232BCCC0879}" type="presParOf" srcId="{A1E86E98-5D0B-4E09-B5BD-668A69A3D27D}" destId="{70F55C84-7DC5-4BD0-8661-7B04E41FD16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3A31CE-1E02-44E7-9F95-3EB1349334C3}" type="doc">
      <dgm:prSet loTypeId="urn:microsoft.com/office/officeart/2005/8/layout/hList6" loCatId="list" qsTypeId="urn:microsoft.com/office/officeart/2005/8/quickstyle/simple2#2" qsCatId="simple" csTypeId="urn:microsoft.com/office/officeart/2005/8/colors/accent0_2#2" csCatId="mainScheme" phldr="1"/>
      <dgm:spPr/>
      <dgm:t>
        <a:bodyPr/>
        <a:lstStyle/>
        <a:p>
          <a:endParaRPr lang="en-IN"/>
        </a:p>
      </dgm:t>
    </dgm:pt>
    <dgm:pt modelId="{06BC7F97-5B2D-4E06-B694-2B662545C1E5}">
      <dgm:prSet phldrT="[Text]" custT="1"/>
      <dgm:spPr/>
      <dgm:t>
        <a:bodyPr/>
        <a:lstStyle/>
        <a:p>
          <a:pPr algn="l">
            <a:buNone/>
          </a:pPr>
          <a:r>
            <a:rPr lang="en-IN" sz="1400"/>
            <a:t>High computational cost of high v-resolution WRF-Chem.</a:t>
          </a:r>
        </a:p>
      </dgm:t>
    </dgm:pt>
    <dgm:pt modelId="{C36FF6E7-A61F-4ED5-A6BB-D55AD9844D34}" type="parTrans" cxnId="{CC9D5D46-0C3C-450F-B1FC-2ED71D5A6208}">
      <dgm:prSet/>
      <dgm:spPr/>
      <dgm:t>
        <a:bodyPr/>
        <a:lstStyle/>
        <a:p>
          <a:endParaRPr lang="en-IN"/>
        </a:p>
      </dgm:t>
    </dgm:pt>
    <dgm:pt modelId="{3C98A2FA-DD54-4B6E-A7BE-A3E30F32EE15}" type="sibTrans" cxnId="{CC9D5D46-0C3C-450F-B1FC-2ED71D5A6208}">
      <dgm:prSet/>
      <dgm:spPr/>
      <dgm:t>
        <a:bodyPr/>
        <a:lstStyle/>
        <a:p>
          <a:endParaRPr lang="en-IN"/>
        </a:p>
      </dgm:t>
    </dgm:pt>
    <dgm:pt modelId="{21B98DFB-0E4E-41AB-8575-B0F8913A9A42}">
      <dgm:prSet phldrT="[Text]" custT="1"/>
      <dgm:spPr/>
      <dgm:t>
        <a:bodyPr/>
        <a:lstStyle/>
        <a:p>
          <a:pPr>
            <a:buNone/>
          </a:pPr>
          <a:r>
            <a:rPr lang="en-IN" sz="1400"/>
            <a:t>Uncertainty in satellite and emission data.</a:t>
          </a:r>
        </a:p>
      </dgm:t>
    </dgm:pt>
    <dgm:pt modelId="{EA6F8F34-56D1-4DE6-9876-1238C04E84FA}" type="parTrans" cxnId="{B9D7F507-75F3-408B-AC4C-7FAE98DAA32D}">
      <dgm:prSet/>
      <dgm:spPr/>
      <dgm:t>
        <a:bodyPr/>
        <a:lstStyle/>
        <a:p>
          <a:endParaRPr lang="en-IN"/>
        </a:p>
      </dgm:t>
    </dgm:pt>
    <dgm:pt modelId="{9F0188A5-FF7B-4C07-94C9-AD01A9DB96D4}" type="sibTrans" cxnId="{B9D7F507-75F3-408B-AC4C-7FAE98DAA32D}">
      <dgm:prSet/>
      <dgm:spPr/>
      <dgm:t>
        <a:bodyPr/>
        <a:lstStyle/>
        <a:p>
          <a:endParaRPr lang="en-IN"/>
        </a:p>
      </dgm:t>
    </dgm:pt>
    <dgm:pt modelId="{7FF68A82-2590-4ACC-ACAF-1D3592B2CEE3}">
      <dgm:prSet phldrT="[Text]" custT="1"/>
      <dgm:spPr/>
      <dgm:t>
        <a:bodyPr/>
        <a:lstStyle/>
        <a:p>
          <a:pPr>
            <a:buNone/>
          </a:pPr>
          <a:r>
            <a:rPr lang="en-IN" sz="1400" b="0"/>
            <a:t>Complex multi-source data preprocessing.</a:t>
          </a:r>
        </a:p>
      </dgm:t>
    </dgm:pt>
    <dgm:pt modelId="{E313D741-AF63-4393-B5B6-32D45238F23E}" type="parTrans" cxnId="{39B10834-8CED-414A-A4FA-625FDC8B7393}">
      <dgm:prSet/>
      <dgm:spPr/>
      <dgm:t>
        <a:bodyPr/>
        <a:lstStyle/>
        <a:p>
          <a:endParaRPr lang="en-IN"/>
        </a:p>
      </dgm:t>
    </dgm:pt>
    <dgm:pt modelId="{EA6D2140-D525-4DC6-8DFC-A1E888B19C40}" type="sibTrans" cxnId="{39B10834-8CED-414A-A4FA-625FDC8B7393}">
      <dgm:prSet/>
      <dgm:spPr/>
      <dgm:t>
        <a:bodyPr/>
        <a:lstStyle/>
        <a:p>
          <a:endParaRPr lang="en-IN"/>
        </a:p>
      </dgm:t>
    </dgm:pt>
    <dgm:pt modelId="{E49EAF76-1C97-46F3-A33D-6F8262F9EC40}">
      <dgm:prSet phldrT="[Text]" phldr="0" custT="1"/>
      <dgm:spPr/>
      <dgm:t>
        <a:bodyPr/>
        <a:lstStyle/>
        <a:p>
          <a:pPr>
            <a:buNone/>
          </a:pPr>
          <a:r>
            <a:rPr lang="en-IN" sz="1400" b="0"/>
            <a:t>Uncertainty in inversion, PBL and plume dispersion.</a:t>
          </a:r>
        </a:p>
      </dgm:t>
    </dgm:pt>
    <dgm:pt modelId="{DCF70726-C03D-44B7-BB21-63ACBF101D80}" type="parTrans" cxnId="{881B9401-6EC8-4ABA-8E21-39FF90154FD8}">
      <dgm:prSet/>
      <dgm:spPr/>
      <dgm:t>
        <a:bodyPr/>
        <a:lstStyle/>
        <a:p>
          <a:endParaRPr lang="en-IN"/>
        </a:p>
      </dgm:t>
    </dgm:pt>
    <dgm:pt modelId="{CFC9C334-F66E-4306-A775-495682F16565}" type="sibTrans" cxnId="{881B9401-6EC8-4ABA-8E21-39FF90154FD8}">
      <dgm:prSet/>
      <dgm:spPr/>
      <dgm:t>
        <a:bodyPr/>
        <a:lstStyle/>
        <a:p>
          <a:endParaRPr lang="en-IN"/>
        </a:p>
      </dgm:t>
    </dgm:pt>
    <dgm:pt modelId="{19606F23-C573-4ED2-8E08-AD8D1C7FB0CE}" type="pres">
      <dgm:prSet presAssocID="{333A31CE-1E02-44E7-9F95-3EB1349334C3}" presName="Name0" presStyleCnt="0">
        <dgm:presLayoutVars>
          <dgm:dir/>
          <dgm:resizeHandles val="exact"/>
        </dgm:presLayoutVars>
      </dgm:prSet>
      <dgm:spPr/>
    </dgm:pt>
    <dgm:pt modelId="{60BF5DC5-B14C-4EDA-A85B-914D32804000}" type="pres">
      <dgm:prSet presAssocID="{06BC7F97-5B2D-4E06-B694-2B662545C1E5}" presName="node" presStyleLbl="node1" presStyleIdx="0" presStyleCnt="4">
        <dgm:presLayoutVars>
          <dgm:bulletEnabled val="1"/>
        </dgm:presLayoutVars>
      </dgm:prSet>
      <dgm:spPr/>
    </dgm:pt>
    <dgm:pt modelId="{0CD40AB6-B811-4AAC-BDC4-1184CFBD6D07}" type="pres">
      <dgm:prSet presAssocID="{3C98A2FA-DD54-4B6E-A7BE-A3E30F32EE15}" presName="sibTrans" presStyleCnt="0"/>
      <dgm:spPr/>
    </dgm:pt>
    <dgm:pt modelId="{BD92E2B3-8BB9-41F8-8259-2FFA1AC114E2}" type="pres">
      <dgm:prSet presAssocID="{21B98DFB-0E4E-41AB-8575-B0F8913A9A42}" presName="node" presStyleLbl="node1" presStyleIdx="1" presStyleCnt="4">
        <dgm:presLayoutVars>
          <dgm:bulletEnabled val="1"/>
        </dgm:presLayoutVars>
      </dgm:prSet>
      <dgm:spPr/>
    </dgm:pt>
    <dgm:pt modelId="{97937D65-161C-4196-BCDE-250255105DB3}" type="pres">
      <dgm:prSet presAssocID="{9F0188A5-FF7B-4C07-94C9-AD01A9DB96D4}" presName="sibTrans" presStyleCnt="0"/>
      <dgm:spPr/>
    </dgm:pt>
    <dgm:pt modelId="{748CCABB-8332-4B6C-8AA6-6CAF57619534}" type="pres">
      <dgm:prSet presAssocID="{7FF68A82-2590-4ACC-ACAF-1D3592B2CEE3}" presName="node" presStyleLbl="node1" presStyleIdx="2" presStyleCnt="4">
        <dgm:presLayoutVars>
          <dgm:bulletEnabled val="1"/>
        </dgm:presLayoutVars>
      </dgm:prSet>
      <dgm:spPr/>
    </dgm:pt>
    <dgm:pt modelId="{D277C22D-7553-46F0-8A3F-6CE7AD3A8B60}" type="pres">
      <dgm:prSet presAssocID="{EA6D2140-D525-4DC6-8DFC-A1E888B19C40}" presName="sibTrans" presStyleCnt="0"/>
      <dgm:spPr/>
    </dgm:pt>
    <dgm:pt modelId="{B361DE63-B183-41B0-B662-A9F9D49B1794}" type="pres">
      <dgm:prSet presAssocID="{E49EAF76-1C97-46F3-A33D-6F8262F9EC40}" presName="node" presStyleLbl="node1" presStyleIdx="3" presStyleCnt="4" custLinFactNeighborX="-9024">
        <dgm:presLayoutVars>
          <dgm:bulletEnabled val="1"/>
        </dgm:presLayoutVars>
      </dgm:prSet>
      <dgm:spPr/>
    </dgm:pt>
  </dgm:ptLst>
  <dgm:cxnLst>
    <dgm:cxn modelId="{881B9401-6EC8-4ABA-8E21-39FF90154FD8}" srcId="{333A31CE-1E02-44E7-9F95-3EB1349334C3}" destId="{E49EAF76-1C97-46F3-A33D-6F8262F9EC40}" srcOrd="3" destOrd="0" parTransId="{DCF70726-C03D-44B7-BB21-63ACBF101D80}" sibTransId="{CFC9C334-F66E-4306-A775-495682F16565}"/>
    <dgm:cxn modelId="{B9D7F507-75F3-408B-AC4C-7FAE98DAA32D}" srcId="{333A31CE-1E02-44E7-9F95-3EB1349334C3}" destId="{21B98DFB-0E4E-41AB-8575-B0F8913A9A42}" srcOrd="1" destOrd="0" parTransId="{EA6F8F34-56D1-4DE6-9876-1238C04E84FA}" sibTransId="{9F0188A5-FF7B-4C07-94C9-AD01A9DB96D4}"/>
    <dgm:cxn modelId="{39B10834-8CED-414A-A4FA-625FDC8B7393}" srcId="{333A31CE-1E02-44E7-9F95-3EB1349334C3}" destId="{7FF68A82-2590-4ACC-ACAF-1D3592B2CEE3}" srcOrd="2" destOrd="0" parTransId="{E313D741-AF63-4393-B5B6-32D45238F23E}" sibTransId="{EA6D2140-D525-4DC6-8DFC-A1E888B19C40}"/>
    <dgm:cxn modelId="{419CE038-60F3-4BE4-A7B7-3F15BAED5695}" type="presOf" srcId="{21B98DFB-0E4E-41AB-8575-B0F8913A9A42}" destId="{BD92E2B3-8BB9-41F8-8259-2FFA1AC114E2}" srcOrd="0" destOrd="0" presId="urn:microsoft.com/office/officeart/2005/8/layout/hList6"/>
    <dgm:cxn modelId="{CC9D5D46-0C3C-450F-B1FC-2ED71D5A6208}" srcId="{333A31CE-1E02-44E7-9F95-3EB1349334C3}" destId="{06BC7F97-5B2D-4E06-B694-2B662545C1E5}" srcOrd="0" destOrd="0" parTransId="{C36FF6E7-A61F-4ED5-A6BB-D55AD9844D34}" sibTransId="{3C98A2FA-DD54-4B6E-A7BE-A3E30F32EE15}"/>
    <dgm:cxn modelId="{25C9DABE-2E55-4BA8-BE72-6E4150673004}" type="presOf" srcId="{E49EAF76-1C97-46F3-A33D-6F8262F9EC40}" destId="{B361DE63-B183-41B0-B662-A9F9D49B1794}" srcOrd="0" destOrd="0" presId="urn:microsoft.com/office/officeart/2005/8/layout/hList6"/>
    <dgm:cxn modelId="{87B962CD-2B4B-4DD2-9059-7EBF34DE348A}" type="presOf" srcId="{333A31CE-1E02-44E7-9F95-3EB1349334C3}" destId="{19606F23-C573-4ED2-8E08-AD8D1C7FB0CE}" srcOrd="0" destOrd="0" presId="urn:microsoft.com/office/officeart/2005/8/layout/hList6"/>
    <dgm:cxn modelId="{089CF8D9-ADD7-4D44-A295-594B0832C99F}" type="presOf" srcId="{7FF68A82-2590-4ACC-ACAF-1D3592B2CEE3}" destId="{748CCABB-8332-4B6C-8AA6-6CAF57619534}" srcOrd="0" destOrd="0" presId="urn:microsoft.com/office/officeart/2005/8/layout/hList6"/>
    <dgm:cxn modelId="{1D7614EE-E304-4745-A041-4F7376A5F18B}" type="presOf" srcId="{06BC7F97-5B2D-4E06-B694-2B662545C1E5}" destId="{60BF5DC5-B14C-4EDA-A85B-914D32804000}" srcOrd="0" destOrd="0" presId="urn:microsoft.com/office/officeart/2005/8/layout/hList6"/>
    <dgm:cxn modelId="{55BCA46A-9A0B-4DBC-B4ED-16A0C0D35F0C}" type="presParOf" srcId="{19606F23-C573-4ED2-8E08-AD8D1C7FB0CE}" destId="{60BF5DC5-B14C-4EDA-A85B-914D32804000}" srcOrd="0" destOrd="0" presId="urn:microsoft.com/office/officeart/2005/8/layout/hList6"/>
    <dgm:cxn modelId="{24F46FA9-70C5-4420-B062-D93F838D5B69}" type="presParOf" srcId="{19606F23-C573-4ED2-8E08-AD8D1C7FB0CE}" destId="{0CD40AB6-B811-4AAC-BDC4-1184CFBD6D07}" srcOrd="1" destOrd="0" presId="urn:microsoft.com/office/officeart/2005/8/layout/hList6"/>
    <dgm:cxn modelId="{02CDCDBB-C6A7-4D11-8F5C-E08DA23CADB7}" type="presParOf" srcId="{19606F23-C573-4ED2-8E08-AD8D1C7FB0CE}" destId="{BD92E2B3-8BB9-41F8-8259-2FFA1AC114E2}" srcOrd="2" destOrd="0" presId="urn:microsoft.com/office/officeart/2005/8/layout/hList6"/>
    <dgm:cxn modelId="{2849B86A-A02D-40CC-85A2-F6AB3B8FA709}" type="presParOf" srcId="{19606F23-C573-4ED2-8E08-AD8D1C7FB0CE}" destId="{97937D65-161C-4196-BCDE-250255105DB3}" srcOrd="3" destOrd="0" presId="urn:microsoft.com/office/officeart/2005/8/layout/hList6"/>
    <dgm:cxn modelId="{54DCD553-5C26-4FF5-A04A-0F15CAA5A65E}" type="presParOf" srcId="{19606F23-C573-4ED2-8E08-AD8D1C7FB0CE}" destId="{748CCABB-8332-4B6C-8AA6-6CAF57619534}" srcOrd="4" destOrd="0" presId="urn:microsoft.com/office/officeart/2005/8/layout/hList6"/>
    <dgm:cxn modelId="{41C590F5-C077-445F-B7AE-CE14770C18A1}" type="presParOf" srcId="{19606F23-C573-4ED2-8E08-AD8D1C7FB0CE}" destId="{D277C22D-7553-46F0-8A3F-6CE7AD3A8B60}" srcOrd="5" destOrd="0" presId="urn:microsoft.com/office/officeart/2005/8/layout/hList6"/>
    <dgm:cxn modelId="{516B09C1-1E1D-448B-91F6-5A39C8BB352C}" type="presParOf" srcId="{19606F23-C573-4ED2-8E08-AD8D1C7FB0CE}" destId="{B361DE63-B183-41B0-B662-A9F9D49B1794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63FDAE1-5AF3-495B-906E-9DEC70E8ECFD}" type="doc">
      <dgm:prSet loTypeId="urn:microsoft.com/office/officeart/2005/8/layout/matrix3" loCatId="matrix" qsTypeId="urn:microsoft.com/office/officeart/2005/8/quickstyle/simple2#3" qsCatId="simple" csTypeId="urn:microsoft.com/office/officeart/2005/8/colors/accent0_2#3" csCatId="mainScheme" phldr="1"/>
      <dgm:spPr/>
      <dgm:t>
        <a:bodyPr/>
        <a:lstStyle/>
        <a:p>
          <a:endParaRPr lang="en-IN"/>
        </a:p>
      </dgm:t>
    </dgm:pt>
    <dgm:pt modelId="{4EA7D342-AC91-4908-904B-035F97ABF3F3}">
      <dgm:prSet phldrT="[Text]" custT="1"/>
      <dgm:spPr/>
      <dgm:t>
        <a:bodyPr/>
        <a:lstStyle/>
        <a:p>
          <a:pPr>
            <a:buNone/>
          </a:pPr>
          <a:r>
            <a:rPr lang="en-IN" sz="1400"/>
            <a:t>Optimize WRF-Chem resolution and computing resources.</a:t>
          </a:r>
        </a:p>
      </dgm:t>
    </dgm:pt>
    <dgm:pt modelId="{968703C2-F7AD-4239-8C22-13A622E36DB3}" type="parTrans" cxnId="{5C86732A-17CE-4516-B189-A8A4EBD6FA78}">
      <dgm:prSet/>
      <dgm:spPr/>
      <dgm:t>
        <a:bodyPr/>
        <a:lstStyle/>
        <a:p>
          <a:endParaRPr lang="en-IN"/>
        </a:p>
      </dgm:t>
    </dgm:pt>
    <dgm:pt modelId="{A7802C01-32F3-45D1-A668-B4DE208B7DDA}" type="sibTrans" cxnId="{5C86732A-17CE-4516-B189-A8A4EBD6FA78}">
      <dgm:prSet/>
      <dgm:spPr/>
      <dgm:t>
        <a:bodyPr/>
        <a:lstStyle/>
        <a:p>
          <a:endParaRPr lang="en-IN"/>
        </a:p>
      </dgm:t>
    </dgm:pt>
    <dgm:pt modelId="{4B530F64-02A6-4D44-8512-637926ACF433}">
      <dgm:prSet phldrT="[Text]" custT="1"/>
      <dgm:spPr/>
      <dgm:t>
        <a:bodyPr/>
        <a:lstStyle/>
        <a:p>
          <a:pPr>
            <a:buNone/>
          </a:pPr>
          <a:r>
            <a:rPr lang="en-IN" sz="1400"/>
            <a:t>Standardize and validate all input datasets.</a:t>
          </a:r>
        </a:p>
      </dgm:t>
    </dgm:pt>
    <dgm:pt modelId="{C6906802-F974-4698-A710-519C608478A9}" type="parTrans" cxnId="{A20C5FCD-8307-4E27-86EE-135A34F960BC}">
      <dgm:prSet/>
      <dgm:spPr/>
      <dgm:t>
        <a:bodyPr/>
        <a:lstStyle/>
        <a:p>
          <a:endParaRPr lang="en-IN"/>
        </a:p>
      </dgm:t>
    </dgm:pt>
    <dgm:pt modelId="{82BAB08C-2EE6-47E3-ACF2-640F4C479066}" type="sibTrans" cxnId="{A20C5FCD-8307-4E27-86EE-135A34F960BC}">
      <dgm:prSet/>
      <dgm:spPr/>
      <dgm:t>
        <a:bodyPr/>
        <a:lstStyle/>
        <a:p>
          <a:endParaRPr lang="en-IN"/>
        </a:p>
      </dgm:t>
    </dgm:pt>
    <dgm:pt modelId="{D4F9BE72-FA26-4DA3-951A-CA43A4B242B0}">
      <dgm:prSet phldrT="[Text]" custT="1"/>
      <dgm:spPr/>
      <dgm:t>
        <a:bodyPr/>
        <a:lstStyle/>
        <a:p>
          <a:pPr>
            <a:buNone/>
          </a:pPr>
          <a:r>
            <a:rPr lang="en-IN" sz="1400"/>
            <a:t>Back-test using historical pollution episodes.</a:t>
          </a:r>
        </a:p>
      </dgm:t>
    </dgm:pt>
    <dgm:pt modelId="{AED42947-C5C2-43FA-9431-F2EEAE8AA355}" type="parTrans" cxnId="{E4F4F90B-9EA0-467B-875F-4DEEF13D6024}">
      <dgm:prSet/>
      <dgm:spPr/>
      <dgm:t>
        <a:bodyPr/>
        <a:lstStyle/>
        <a:p>
          <a:endParaRPr lang="en-IN"/>
        </a:p>
      </dgm:t>
    </dgm:pt>
    <dgm:pt modelId="{0902D83B-7F83-469B-8159-E6C2E674DBFE}" type="sibTrans" cxnId="{E4F4F90B-9EA0-467B-875F-4DEEF13D6024}">
      <dgm:prSet/>
      <dgm:spPr/>
      <dgm:t>
        <a:bodyPr/>
        <a:lstStyle/>
        <a:p>
          <a:endParaRPr lang="en-IN"/>
        </a:p>
      </dgm:t>
    </dgm:pt>
    <dgm:pt modelId="{F72D0A46-BD5E-4B19-9CCE-3F7EB9086ECB}">
      <dgm:prSet phldrT="[Text]"/>
      <dgm:spPr/>
      <dgm:t>
        <a:bodyPr/>
        <a:lstStyle/>
        <a:p>
          <a:pPr>
            <a:buNone/>
          </a:pPr>
          <a:r>
            <a:rPr lang="en-IN"/>
            <a:t>Use a standardized API contract and geospatial output format.</a:t>
          </a:r>
        </a:p>
      </dgm:t>
    </dgm:pt>
    <dgm:pt modelId="{FEF923A7-3E80-4BE7-B5E8-B2E87DF76154}" type="parTrans" cxnId="{7CFDA7C3-5E72-48C6-852B-78E7BAF35850}">
      <dgm:prSet/>
      <dgm:spPr/>
      <dgm:t>
        <a:bodyPr/>
        <a:lstStyle/>
        <a:p>
          <a:endParaRPr lang="en-IN"/>
        </a:p>
      </dgm:t>
    </dgm:pt>
    <dgm:pt modelId="{89F2F1E2-3385-401F-99CD-3E9DFDA70DC2}" type="sibTrans" cxnId="{7CFDA7C3-5E72-48C6-852B-78E7BAF35850}">
      <dgm:prSet/>
      <dgm:spPr/>
      <dgm:t>
        <a:bodyPr/>
        <a:lstStyle/>
        <a:p>
          <a:endParaRPr lang="en-IN"/>
        </a:p>
      </dgm:t>
    </dgm:pt>
    <dgm:pt modelId="{34E08C7B-3C1F-45B2-9B9A-B36A2F9FE148}" type="pres">
      <dgm:prSet presAssocID="{C63FDAE1-5AF3-495B-906E-9DEC70E8ECFD}" presName="matrix" presStyleCnt="0">
        <dgm:presLayoutVars>
          <dgm:chMax val="1"/>
          <dgm:dir/>
          <dgm:resizeHandles val="exact"/>
        </dgm:presLayoutVars>
      </dgm:prSet>
      <dgm:spPr/>
    </dgm:pt>
    <dgm:pt modelId="{9CEB0686-6667-47B0-BE91-968A144C79D3}" type="pres">
      <dgm:prSet presAssocID="{C63FDAE1-5AF3-495B-906E-9DEC70E8ECFD}" presName="diamond" presStyleLbl="bgShp" presStyleIdx="0" presStyleCnt="1"/>
      <dgm:spPr>
        <a:solidFill>
          <a:schemeClr val="accent1">
            <a:lumMod val="75000"/>
          </a:schemeClr>
        </a:solidFill>
      </dgm:spPr>
    </dgm:pt>
    <dgm:pt modelId="{0F2178CD-3A03-42BE-B44F-B049E1B327CA}" type="pres">
      <dgm:prSet presAssocID="{C63FDAE1-5AF3-495B-906E-9DEC70E8ECF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F318B54-AC18-48DF-B8C6-5D00EA0B191F}" type="pres">
      <dgm:prSet presAssocID="{C63FDAE1-5AF3-495B-906E-9DEC70E8ECF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A1EA4C2-EA76-47CC-998D-15BF144F0D82}" type="pres">
      <dgm:prSet presAssocID="{C63FDAE1-5AF3-495B-906E-9DEC70E8ECF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9FE90F6-647C-4247-A1D4-A9DA9E5B5AF3}" type="pres">
      <dgm:prSet presAssocID="{C63FDAE1-5AF3-495B-906E-9DEC70E8ECF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3A1C600-D381-4542-876D-9499AF5AC875}" type="presOf" srcId="{D4F9BE72-FA26-4DA3-951A-CA43A4B242B0}" destId="{DA1EA4C2-EA76-47CC-998D-15BF144F0D82}" srcOrd="0" destOrd="0" presId="urn:microsoft.com/office/officeart/2005/8/layout/matrix3"/>
    <dgm:cxn modelId="{E4F4F90B-9EA0-467B-875F-4DEEF13D6024}" srcId="{C63FDAE1-5AF3-495B-906E-9DEC70E8ECFD}" destId="{D4F9BE72-FA26-4DA3-951A-CA43A4B242B0}" srcOrd="2" destOrd="0" parTransId="{AED42947-C5C2-43FA-9431-F2EEAE8AA355}" sibTransId="{0902D83B-7F83-469B-8159-E6C2E674DBFE}"/>
    <dgm:cxn modelId="{5C86732A-17CE-4516-B189-A8A4EBD6FA78}" srcId="{C63FDAE1-5AF3-495B-906E-9DEC70E8ECFD}" destId="{4EA7D342-AC91-4908-904B-035F97ABF3F3}" srcOrd="0" destOrd="0" parTransId="{968703C2-F7AD-4239-8C22-13A622E36DB3}" sibTransId="{A7802C01-32F3-45D1-A668-B4DE208B7DDA}"/>
    <dgm:cxn modelId="{92396835-90D0-4995-BBE7-BFF3C166942F}" type="presOf" srcId="{C63FDAE1-5AF3-495B-906E-9DEC70E8ECFD}" destId="{34E08C7B-3C1F-45B2-9B9A-B36A2F9FE148}" srcOrd="0" destOrd="0" presId="urn:microsoft.com/office/officeart/2005/8/layout/matrix3"/>
    <dgm:cxn modelId="{0320E76A-C32E-4035-88D2-A9C625DC66EF}" type="presOf" srcId="{4EA7D342-AC91-4908-904B-035F97ABF3F3}" destId="{0F2178CD-3A03-42BE-B44F-B049E1B327CA}" srcOrd="0" destOrd="0" presId="urn:microsoft.com/office/officeart/2005/8/layout/matrix3"/>
    <dgm:cxn modelId="{7CFDA7C3-5E72-48C6-852B-78E7BAF35850}" srcId="{C63FDAE1-5AF3-495B-906E-9DEC70E8ECFD}" destId="{F72D0A46-BD5E-4B19-9CCE-3F7EB9086ECB}" srcOrd="3" destOrd="0" parTransId="{FEF923A7-3E80-4BE7-B5E8-B2E87DF76154}" sibTransId="{89F2F1E2-3385-401F-99CD-3E9DFDA70DC2}"/>
    <dgm:cxn modelId="{59A649CB-9A95-42B6-8195-3D1FE3E7AE39}" type="presOf" srcId="{4B530F64-02A6-4D44-8512-637926ACF433}" destId="{4F318B54-AC18-48DF-B8C6-5D00EA0B191F}" srcOrd="0" destOrd="0" presId="urn:microsoft.com/office/officeart/2005/8/layout/matrix3"/>
    <dgm:cxn modelId="{A20C5FCD-8307-4E27-86EE-135A34F960BC}" srcId="{C63FDAE1-5AF3-495B-906E-9DEC70E8ECFD}" destId="{4B530F64-02A6-4D44-8512-637926ACF433}" srcOrd="1" destOrd="0" parTransId="{C6906802-F974-4698-A710-519C608478A9}" sibTransId="{82BAB08C-2EE6-47E3-ACF2-640F4C479066}"/>
    <dgm:cxn modelId="{17FA48E1-A53C-4AB9-9D7A-A1E27A6BFDB5}" type="presOf" srcId="{F72D0A46-BD5E-4B19-9CCE-3F7EB9086ECB}" destId="{99FE90F6-647C-4247-A1D4-A9DA9E5B5AF3}" srcOrd="0" destOrd="0" presId="urn:microsoft.com/office/officeart/2005/8/layout/matrix3"/>
    <dgm:cxn modelId="{46ED82B0-546A-49C2-8E3F-E98304F68802}" type="presParOf" srcId="{34E08C7B-3C1F-45B2-9B9A-B36A2F9FE148}" destId="{9CEB0686-6667-47B0-BE91-968A144C79D3}" srcOrd="0" destOrd="0" presId="urn:microsoft.com/office/officeart/2005/8/layout/matrix3"/>
    <dgm:cxn modelId="{451D2A6C-5A2E-4B31-99B1-55408B7192CB}" type="presParOf" srcId="{34E08C7B-3C1F-45B2-9B9A-B36A2F9FE148}" destId="{0F2178CD-3A03-42BE-B44F-B049E1B327CA}" srcOrd="1" destOrd="0" presId="urn:microsoft.com/office/officeart/2005/8/layout/matrix3"/>
    <dgm:cxn modelId="{352EFFF8-D0EC-4F54-8311-24FACD25BA7C}" type="presParOf" srcId="{34E08C7B-3C1F-45B2-9B9A-B36A2F9FE148}" destId="{4F318B54-AC18-48DF-B8C6-5D00EA0B191F}" srcOrd="2" destOrd="0" presId="urn:microsoft.com/office/officeart/2005/8/layout/matrix3"/>
    <dgm:cxn modelId="{41406AB7-54F3-4956-ADDF-C91D4ABFFDCA}" type="presParOf" srcId="{34E08C7B-3C1F-45B2-9B9A-B36A2F9FE148}" destId="{DA1EA4C2-EA76-47CC-998D-15BF144F0D82}" srcOrd="3" destOrd="0" presId="urn:microsoft.com/office/officeart/2005/8/layout/matrix3"/>
    <dgm:cxn modelId="{593841CC-FA35-4EA4-AEEA-7673EB251787}" type="presParOf" srcId="{34E08C7B-3C1F-45B2-9B9A-B36A2F9FE148}" destId="{99FE90F6-647C-4247-A1D4-A9DA9E5B5AF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03DACC-4FC3-4CDE-855F-B203AC40AAEE}">
      <dsp:nvSpPr>
        <dsp:cNvPr id="0" name=""/>
        <dsp:cNvSpPr/>
      </dsp:nvSpPr>
      <dsp:spPr>
        <a:xfrm>
          <a:off x="0" y="143501"/>
          <a:ext cx="3566475" cy="55750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/>
            <a:t>Open-source WRF-Chem enables coupled weather–air quality modelling.</a:t>
          </a:r>
        </a:p>
      </dsp:txBody>
      <dsp:txXfrm>
        <a:off x="27215" y="170716"/>
        <a:ext cx="3512045" cy="503072"/>
      </dsp:txXfrm>
    </dsp:sp>
    <dsp:sp modelId="{9D0D3D44-5F24-4A44-9F0C-26AE4282B5D2}">
      <dsp:nvSpPr>
        <dsp:cNvPr id="0" name=""/>
        <dsp:cNvSpPr/>
      </dsp:nvSpPr>
      <dsp:spPr>
        <a:xfrm>
          <a:off x="0" y="828296"/>
          <a:ext cx="3566475" cy="5967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Satellite and weather APIs enable automated real-time data collection.</a:t>
          </a:r>
        </a:p>
      </dsp:txBody>
      <dsp:txXfrm>
        <a:off x="29128" y="857424"/>
        <a:ext cx="3508219" cy="538444"/>
      </dsp:txXfrm>
    </dsp:sp>
    <dsp:sp modelId="{176931E7-D0B4-4B93-B469-E70034CC37DD}">
      <dsp:nvSpPr>
        <dsp:cNvPr id="0" name=""/>
        <dsp:cNvSpPr/>
      </dsp:nvSpPr>
      <dsp:spPr>
        <a:xfrm>
          <a:off x="0" y="1551095"/>
          <a:ext cx="3566475" cy="5967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Modular WRF-Chem + ML + </a:t>
          </a:r>
          <a:r>
            <a:rPr lang="en-IN" sz="1400" kern="1200" err="1"/>
            <a:t>FastAPI</a:t>
          </a:r>
          <a:r>
            <a:rPr lang="en-IN" sz="1400" kern="1200"/>
            <a:t> supports 72-hour forecasting.</a:t>
          </a:r>
        </a:p>
      </dsp:txBody>
      <dsp:txXfrm>
        <a:off x="29128" y="1580223"/>
        <a:ext cx="3508219" cy="538444"/>
      </dsp:txXfrm>
    </dsp:sp>
    <dsp:sp modelId="{70F55C84-7DC5-4BD0-8661-7B04E41FD164}">
      <dsp:nvSpPr>
        <dsp:cNvPr id="0" name=""/>
        <dsp:cNvSpPr/>
      </dsp:nvSpPr>
      <dsp:spPr>
        <a:xfrm>
          <a:off x="0" y="2311259"/>
          <a:ext cx="3566475" cy="5967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/>
            <a:t>Explainable AI</a:t>
          </a:r>
          <a:r>
            <a:rPr lang="en-IN" sz="1400" b="1" kern="1200"/>
            <a:t>:</a:t>
          </a:r>
          <a:r>
            <a:rPr lang="en-IN" sz="1400" kern="1200"/>
            <a:t> Identifies key factors driving AQI predictions for better interpretability.</a:t>
          </a:r>
        </a:p>
      </dsp:txBody>
      <dsp:txXfrm>
        <a:off x="29128" y="2340387"/>
        <a:ext cx="3508219" cy="5384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BF5DC5-B14C-4EDA-A85B-914D32804000}">
      <dsp:nvSpPr>
        <dsp:cNvPr id="0" name=""/>
        <dsp:cNvSpPr/>
      </dsp:nvSpPr>
      <dsp:spPr>
        <a:xfrm rot="16200000">
          <a:off x="-990508" y="991645"/>
          <a:ext cx="3098188" cy="1114897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High computational cost of high v-resolution WRF-Chem.</a:t>
          </a:r>
        </a:p>
      </dsp:txBody>
      <dsp:txXfrm rot="5400000">
        <a:off x="1137" y="619638"/>
        <a:ext cx="1114897" cy="1858912"/>
      </dsp:txXfrm>
    </dsp:sp>
    <dsp:sp modelId="{BD92E2B3-8BB9-41F8-8259-2FFA1AC114E2}">
      <dsp:nvSpPr>
        <dsp:cNvPr id="0" name=""/>
        <dsp:cNvSpPr/>
      </dsp:nvSpPr>
      <dsp:spPr>
        <a:xfrm rot="16200000">
          <a:off x="208006" y="991645"/>
          <a:ext cx="3098188" cy="1114897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0" tIns="0" rIns="889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Uncertainty in satellite and emission data.</a:t>
          </a:r>
        </a:p>
      </dsp:txBody>
      <dsp:txXfrm rot="5400000">
        <a:off x="1199651" y="619638"/>
        <a:ext cx="1114897" cy="1858912"/>
      </dsp:txXfrm>
    </dsp:sp>
    <dsp:sp modelId="{748CCABB-8332-4B6C-8AA6-6CAF57619534}">
      <dsp:nvSpPr>
        <dsp:cNvPr id="0" name=""/>
        <dsp:cNvSpPr/>
      </dsp:nvSpPr>
      <dsp:spPr>
        <a:xfrm rot="16200000">
          <a:off x="1406520" y="991645"/>
          <a:ext cx="3098188" cy="1114897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0" tIns="0" rIns="889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/>
            <a:t>Complex multi-source data preprocessing.</a:t>
          </a:r>
        </a:p>
      </dsp:txBody>
      <dsp:txXfrm rot="5400000">
        <a:off x="2398165" y="619638"/>
        <a:ext cx="1114897" cy="1858912"/>
      </dsp:txXfrm>
    </dsp:sp>
    <dsp:sp modelId="{B361DE63-B183-41B0-B662-A9F9D49B1794}">
      <dsp:nvSpPr>
        <dsp:cNvPr id="0" name=""/>
        <dsp:cNvSpPr/>
      </dsp:nvSpPr>
      <dsp:spPr>
        <a:xfrm rot="16200000">
          <a:off x="2597490" y="991645"/>
          <a:ext cx="3098188" cy="1114897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0" tIns="0" rIns="889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/>
            <a:t>Uncertainty in inversion, PBL and plume dispersion.</a:t>
          </a:r>
        </a:p>
      </dsp:txBody>
      <dsp:txXfrm rot="5400000">
        <a:off x="3589135" y="619638"/>
        <a:ext cx="1114897" cy="18589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EB0686-6667-47B0-BE91-968A144C79D3}">
      <dsp:nvSpPr>
        <dsp:cNvPr id="0" name=""/>
        <dsp:cNvSpPr/>
      </dsp:nvSpPr>
      <dsp:spPr>
        <a:xfrm>
          <a:off x="589764" y="0"/>
          <a:ext cx="3346384" cy="3346384"/>
        </a:xfrm>
        <a:prstGeom prst="diamond">
          <a:avLst/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2178CD-3A03-42BE-B44F-B049E1B327CA}">
      <dsp:nvSpPr>
        <dsp:cNvPr id="0" name=""/>
        <dsp:cNvSpPr/>
      </dsp:nvSpPr>
      <dsp:spPr>
        <a:xfrm>
          <a:off x="907670" y="317906"/>
          <a:ext cx="1305090" cy="13050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Optimize WRF-Chem resolution and computing resources.</a:t>
          </a:r>
        </a:p>
      </dsp:txBody>
      <dsp:txXfrm>
        <a:off x="971379" y="381615"/>
        <a:ext cx="1177672" cy="1177672"/>
      </dsp:txXfrm>
    </dsp:sp>
    <dsp:sp modelId="{4F318B54-AC18-48DF-B8C6-5D00EA0B191F}">
      <dsp:nvSpPr>
        <dsp:cNvPr id="0" name=""/>
        <dsp:cNvSpPr/>
      </dsp:nvSpPr>
      <dsp:spPr>
        <a:xfrm>
          <a:off x="2313152" y="317906"/>
          <a:ext cx="1305090" cy="13050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Standardize and validate all input datasets.</a:t>
          </a:r>
        </a:p>
      </dsp:txBody>
      <dsp:txXfrm>
        <a:off x="2376861" y="381615"/>
        <a:ext cx="1177672" cy="1177672"/>
      </dsp:txXfrm>
    </dsp:sp>
    <dsp:sp modelId="{DA1EA4C2-EA76-47CC-998D-15BF144F0D82}">
      <dsp:nvSpPr>
        <dsp:cNvPr id="0" name=""/>
        <dsp:cNvSpPr/>
      </dsp:nvSpPr>
      <dsp:spPr>
        <a:xfrm>
          <a:off x="907670" y="1723388"/>
          <a:ext cx="1305090" cy="13050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Back-test using historical pollution episodes.</a:t>
          </a:r>
        </a:p>
      </dsp:txBody>
      <dsp:txXfrm>
        <a:off x="971379" y="1787097"/>
        <a:ext cx="1177672" cy="1177672"/>
      </dsp:txXfrm>
    </dsp:sp>
    <dsp:sp modelId="{99FE90F6-647C-4247-A1D4-A9DA9E5B5AF3}">
      <dsp:nvSpPr>
        <dsp:cNvPr id="0" name=""/>
        <dsp:cNvSpPr/>
      </dsp:nvSpPr>
      <dsp:spPr>
        <a:xfrm>
          <a:off x="2313152" y="1723388"/>
          <a:ext cx="1305090" cy="13050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Use a standardized API contract and geospatial output format.</a:t>
          </a:r>
        </a:p>
      </dsp:txBody>
      <dsp:txXfrm>
        <a:off x="2376861" y="1787097"/>
        <a:ext cx="1177672" cy="1177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#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#3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5210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3AC8F-2FE5-C726-9EF3-7B82FFF5C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453C49AF-0520-D260-48A6-EBA584EA0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7BF3A524-2CD8-43E5-E8FA-15D52B9A648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540B524E-84D6-A261-C0BE-F78DBF8AD1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869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361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417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117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915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68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77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73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97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969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529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336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97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1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17" Type="http://schemas.openxmlformats.org/officeDocument/2006/relationships/diagramColors" Target="../diagrams/colors3.xml"/><Relationship Id="rId2" Type="http://schemas.openxmlformats.org/officeDocument/2006/relationships/notesSlide" Target="../notesSlides/notesSlide3.xml"/><Relationship Id="rId16" Type="http://schemas.openxmlformats.org/officeDocument/2006/relationships/diagramQuickStyle" Target="../diagrams/quickStyl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5" Type="http://schemas.openxmlformats.org/officeDocument/2006/relationships/diagramLayout" Target="../diagrams/layout3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Relationship Id="rId1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se.iitd.ac.in/pollutiondata/?utm_source=chatgpt.com" TargetMode="External"/><Relationship Id="rId3" Type="http://schemas.openxmlformats.org/officeDocument/2006/relationships/hyperlink" Target="https://github.com/wrf-model?utm_source=chatgpt.com" TargetMode="External"/><Relationship Id="rId7" Type="http://schemas.openxmlformats.org/officeDocument/2006/relationships/hyperlink" Target="https://huggingface.co/sachin-iitd/DelhiPollDataset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eurips.cc/virtual/2023/poster/73476?utm_source=chatgpt.com" TargetMode="External"/><Relationship Id="rId5" Type="http://schemas.openxmlformats.org/officeDocument/2006/relationships/hyperlink" Target="https://www.sciencedirect.com/science/article/pii/S0169809526004163?utm_source=chatgpt.com" TargetMode="External"/><Relationship Id="rId10" Type="http://schemas.openxmlformats.org/officeDocument/2006/relationships/image" Target="../media/image2.png"/><Relationship Id="rId4" Type="http://schemas.openxmlformats.org/officeDocument/2006/relationships/hyperlink" Target="https://www2.mmm.ucar.edu/wrf/users/download/get_sources.html?utm_source=chatgpt.com#WRF-Chem" TargetMode="External"/><Relationship Id="rId9" Type="http://schemas.openxmlformats.org/officeDocument/2006/relationships/hyperlink" Target="https://www.meteoblue.com/en/weather/historyclimate/climatemodelled/new-delhi_india_1261481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826427" y="2202127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84791" y="-172796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44009" y="993333"/>
            <a:ext cx="6847053" cy="48713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endParaRPr lang="en-US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400" b="1">
                <a:latin typeface="Arial" panose="020B0604020202020204" pitchFamily="34" charset="0"/>
                <a:cs typeface="Arial" panose="020B0604020202020204" pitchFamily="34" charset="0"/>
              </a:rPr>
              <a:t>SIH26082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Problem Statement Title – 	</a:t>
            </a:r>
            <a:r>
              <a:rPr lang="en-IN" sz="2400" b="1">
                <a:latin typeface="Arial" panose="020B0604020202020204" pitchFamily="34" charset="0"/>
                <a:cs typeface="Arial" panose="020B0604020202020204" pitchFamily="34" charset="0"/>
              </a:rPr>
              <a:t>Air Pollution - Weather Coupled Forecasting System (Delhi NCR Focus)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IN" sz="2400" b="1">
                <a:latin typeface="Arial" panose="020B0604020202020204" pitchFamily="34" charset="0"/>
                <a:cs typeface="Arial" panose="020B0604020202020204" pitchFamily="34" charset="0"/>
              </a:rPr>
              <a:t>Clean &amp; Green Technology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PS Category – 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Team ID – 26082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Team Name – Unhandled Exceptions</a:t>
            </a:r>
            <a:endParaRPr lang="en-IN" sz="2400" b="1">
              <a:latin typeface="Arial"/>
              <a:ea typeface="ＭＳ Ｐゴシック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" y="6378231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93455" y="-16294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and Approach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65600" y="6518726"/>
            <a:ext cx="3860800" cy="22224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@SIH Idea submission- SIH26082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Unhandled</a:t>
            </a: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Exceptions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102463"/>
            <a:ext cx="224985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Unhandled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Exceptions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24A7976-D55C-221F-4513-1A699620F315}"/>
              </a:ext>
            </a:extLst>
          </p:cNvPr>
          <p:cNvGrpSpPr/>
          <p:nvPr/>
        </p:nvGrpSpPr>
        <p:grpSpPr>
          <a:xfrm>
            <a:off x="329773" y="1433017"/>
            <a:ext cx="11385756" cy="4692253"/>
            <a:chOff x="609601" y="1900488"/>
            <a:chExt cx="11385756" cy="379390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7939597-5EBC-A6CF-61FE-CC08EFEA99FF}"/>
                </a:ext>
              </a:extLst>
            </p:cNvPr>
            <p:cNvSpPr txBox="1"/>
            <p:nvPr/>
          </p:nvSpPr>
          <p:spPr>
            <a:xfrm>
              <a:off x="609601" y="1900488"/>
              <a:ext cx="11385756" cy="92075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  <a:effectLst>
              <a:softEdge rad="12700"/>
            </a:effectLst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 Statement</a:t>
              </a:r>
              <a:b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Delhi-NCR faces severe and rapidly changing air pollution, especially during the stubble-burning season. Existing approaches often lack accurate, localized forecasting of pollution and its sources. The proposed system aims to provide spatial air-quality forecasts by combining meteorological conditions, atmospheric pollutants, and stubble-burning emission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s.</a:t>
              </a:r>
              <a:endParaRPr lang="en-I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26EE335-47E6-BF55-DDD0-F10D28C56480}"/>
                </a:ext>
              </a:extLst>
            </p:cNvPr>
            <p:cNvSpPr txBox="1"/>
            <p:nvPr/>
          </p:nvSpPr>
          <p:spPr>
            <a:xfrm>
              <a:off x="609601" y="3006795"/>
              <a:ext cx="6041922" cy="2687598"/>
            </a:xfrm>
            <a:prstGeom prst="rect">
              <a:avLst/>
            </a:prstGeom>
            <a:solidFill>
              <a:srgbClr val="DCE6F2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>
              <a:softEdge rad="12700"/>
            </a:effectLst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Prototype Details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72-hour AQI forecasting system that predicts future air quality using a trained ML model.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Combines pollutant, meteorological and historical data from official sources with WRF-Chem-derived atmospheric and chemical features.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Considers important pollution factors such as seasonal variations and stubble burning.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Uses Explainable AI (XAI)to identify the key factors influencing each AQI prediction, making the forecast easier to understand and trust.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Provides AQI forecasts, pollutant trends and regional heatmaps through a web application.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B1150E5-C838-918C-1CE3-A97802A1E32C}"/>
                </a:ext>
              </a:extLst>
            </p:cNvPr>
            <p:cNvSpPr txBox="1"/>
            <p:nvPr/>
          </p:nvSpPr>
          <p:spPr>
            <a:xfrm>
              <a:off x="6951406" y="3029908"/>
              <a:ext cx="5043951" cy="211523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>
              <a:softEdge rad="12700"/>
            </a:effectLst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Innovation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Combines data-driven ML forecasting with WRF-Chem atmospheric modelling and XAI, allowing the system to forecast future AQI while also showing the factors contributing to the prediction.</a:t>
              </a:r>
            </a:p>
            <a:p>
              <a:pPr algn="just"/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system is designed to provide location-specific and actionable air-quality information rather than only reporting current AQI.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4098" y="1500"/>
            <a:ext cx="1995837" cy="94239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2A49D428-0447-F9C3-3D00-69B93EA7D73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59442"/>
            <a:ext cx="224985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Unhandled</a:t>
            </a:r>
            <a:r>
              <a:rPr lang="en-US"/>
              <a:t> Exceptions</a:t>
            </a:r>
            <a:endParaRPr lang="en-IN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A5FE4B29-B950-CA61-9804-6D34B4BEA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599" y="6495257"/>
            <a:ext cx="3860800" cy="22224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SIH26082 </a:t>
            </a:r>
            <a:r>
              <a:rPr lang="en-US" dirty="0">
                <a:solidFill>
                  <a:schemeClr val="bg1"/>
                </a:solidFill>
              </a:rPr>
              <a:t>Unhandled</a:t>
            </a:r>
            <a:r>
              <a:rPr lang="en-US">
                <a:solidFill>
                  <a:schemeClr val="bg1"/>
                </a:solidFill>
              </a:rPr>
              <a:t> Exceptions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FAE96A-7EB8-A577-3673-EB8C42AB9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64" y="1435048"/>
            <a:ext cx="7049730" cy="4145219"/>
          </a:xfrm>
        </p:spPr>
        <p:txBody>
          <a:bodyPr/>
          <a:lstStyle/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for data processing, WRF-Chem integration, ML and backend; JavaScript, HTML and CSS for the frontend.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Official APIs providing pollutant and meteorological data.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cleaning, validation, synchronization and feature engineering.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Atmospheric Modelling: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WRF-Chem generates relevant meteorological and atmospheric-chemistry features.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Forecasting: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trained ML model uses the processed and model-derived features to predict AQI for the next 72 hours.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XAI techniques identify the major factors contributing to individual AQI predictions.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connects the data-processing, forecasting and XAI components with the web application.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web application displaying 72-hour forecasts, pollutant trends, XAI-based explanations and regional AQI heatmaps.</a:t>
            </a: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282962" y="155229"/>
            <a:ext cx="7390614" cy="646475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3492" y="74800"/>
            <a:ext cx="16679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Unhandled Exceptions</a:t>
            </a:r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149" y="30977"/>
            <a:ext cx="2249850" cy="1062337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38698AA-01C2-545A-C871-846E9D4EB9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8935380"/>
              </p:ext>
            </p:extLst>
          </p:nvPr>
        </p:nvGraphicFramePr>
        <p:xfrm>
          <a:off x="313081" y="1624231"/>
          <a:ext cx="3566475" cy="30981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B2599C45-E8E5-4080-61B4-2BDAE82DB0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8484635"/>
              </p:ext>
            </p:extLst>
          </p:nvPr>
        </p:nvGraphicFramePr>
        <p:xfrm>
          <a:off x="7317220" y="1757010"/>
          <a:ext cx="4712715" cy="30981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9A6D3ED-E2F9-686F-8698-5EBBEFE85E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2462532"/>
              </p:ext>
            </p:extLst>
          </p:nvPr>
        </p:nvGraphicFramePr>
        <p:xfrm>
          <a:off x="3279629" y="3049227"/>
          <a:ext cx="4525913" cy="33463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44D2656-237C-40A2-49EA-F7986677D109}"/>
              </a:ext>
            </a:extLst>
          </p:cNvPr>
          <p:cNvSpPr txBox="1"/>
          <p:nvPr/>
        </p:nvSpPr>
        <p:spPr>
          <a:xfrm>
            <a:off x="329773" y="1231912"/>
            <a:ext cx="3566475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of the idea</a:t>
            </a:r>
            <a:endParaRPr lang="en-IN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9B7031-908C-D417-6BE7-B390052B7257}"/>
              </a:ext>
            </a:extLst>
          </p:cNvPr>
          <p:cNvSpPr txBox="1"/>
          <p:nvPr/>
        </p:nvSpPr>
        <p:spPr>
          <a:xfrm>
            <a:off x="4077249" y="2472296"/>
            <a:ext cx="3076483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Challenges and risk</a:t>
            </a:r>
            <a:endParaRPr lang="en-IN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9EF24E-A8C7-9C56-BD74-957FEA502A95}"/>
              </a:ext>
            </a:extLst>
          </p:cNvPr>
          <p:cNvSpPr txBox="1"/>
          <p:nvPr/>
        </p:nvSpPr>
        <p:spPr>
          <a:xfrm>
            <a:off x="7503758" y="1229836"/>
            <a:ext cx="4339637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en-US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Strategies for overcoming these challenges​</a:t>
            </a:r>
          </a:p>
        </p:txBody>
      </p:sp>
      <p:sp>
        <p:nvSpPr>
          <p:cNvPr id="15" name="Footer Placeholder 6">
            <a:extLst>
              <a:ext uri="{FF2B5EF4-FFF2-40B4-BE49-F238E27FC236}">
                <a16:creationId xmlns:a16="http://schemas.microsoft.com/office/drawing/2014/main" id="{E559B481-3795-DBCB-C958-56E3A5B21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599" y="6525790"/>
            <a:ext cx="3860800" cy="222247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SIH26082 Unhandled Exceptions </a:t>
            </a:r>
          </a:p>
        </p:txBody>
      </p:sp>
    </p:spTree>
    <p:extLst>
      <p:ext uri="{BB962C8B-B14F-4D97-AF65-F5344CB8AC3E}">
        <p14:creationId xmlns:p14="http://schemas.microsoft.com/office/powerpoint/2010/main" val="3456570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1ED92-B1AC-1F9F-DD91-E7C10C2E7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17523">
            <a:extLst>
              <a:ext uri="{FF2B5EF4-FFF2-40B4-BE49-F238E27FC236}">
                <a16:creationId xmlns:a16="http://schemas.microsoft.com/office/drawing/2014/main" id="{CB4A7AF2-D3F3-6F4E-2D2D-2E707138BC6C}"/>
              </a:ext>
            </a:extLst>
          </p:cNvPr>
          <p:cNvSpPr/>
          <p:nvPr/>
        </p:nvSpPr>
        <p:spPr>
          <a:xfrm>
            <a:off x="162064" y="2958558"/>
            <a:ext cx="7675515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AF2D359-7B43-014B-1FB4-BA44CC72E525}"/>
              </a:ext>
            </a:extLst>
          </p:cNvPr>
          <p:cNvGrpSpPr/>
          <p:nvPr/>
        </p:nvGrpSpPr>
        <p:grpSpPr>
          <a:xfrm>
            <a:off x="162064" y="1424174"/>
            <a:ext cx="7663303" cy="1517904"/>
            <a:chOff x="162064" y="1424174"/>
            <a:chExt cx="7383654" cy="1517904"/>
          </a:xfrm>
        </p:grpSpPr>
        <p:sp>
          <p:nvSpPr>
            <p:cNvPr id="20" name="Rounded Rectangle 17496">
              <a:extLst>
                <a:ext uri="{FF2B5EF4-FFF2-40B4-BE49-F238E27FC236}">
                  <a16:creationId xmlns:a16="http://schemas.microsoft.com/office/drawing/2014/main" id="{94820202-13C9-AB7C-1336-6C6EA405EC0C}"/>
                </a:ext>
              </a:extLst>
            </p:cNvPr>
            <p:cNvSpPr/>
            <p:nvPr/>
          </p:nvSpPr>
          <p:spPr>
            <a:xfrm>
              <a:off x="162064" y="1515614"/>
              <a:ext cx="2183582" cy="1325880"/>
            </a:xfrm>
            <a:prstGeom prst="roundRect">
              <a:avLst/>
            </a:prstGeom>
            <a:solidFill>
              <a:srgbClr val="F8FAFC"/>
            </a:solidFill>
            <a:ln w="10160">
              <a:solidFill>
                <a:srgbClr val="D6DEE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" name="Connector 17499">
              <a:extLst>
                <a:ext uri="{FF2B5EF4-FFF2-40B4-BE49-F238E27FC236}">
                  <a16:creationId xmlns:a16="http://schemas.microsoft.com/office/drawing/2014/main" id="{3E591237-002A-7D8F-7D01-E9BBF76459F5}"/>
                </a:ext>
              </a:extLst>
            </p:cNvPr>
            <p:cNvCxnSpPr>
              <a:cxnSpLocks/>
            </p:cNvCxnSpPr>
            <p:nvPr/>
          </p:nvCxnSpPr>
          <p:spPr>
            <a:xfrm>
              <a:off x="2345330" y="2164838"/>
              <a:ext cx="376117" cy="0"/>
            </a:xfrm>
            <a:prstGeom prst="line">
              <a:avLst/>
            </a:prstGeom>
            <a:ln w="27940">
              <a:solidFill>
                <a:srgbClr val="2D67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17500">
              <a:extLst>
                <a:ext uri="{FF2B5EF4-FFF2-40B4-BE49-F238E27FC236}">
                  <a16:creationId xmlns:a16="http://schemas.microsoft.com/office/drawing/2014/main" id="{D9C7596D-6DAA-AD5F-780A-91E13E1737F1}"/>
                </a:ext>
              </a:extLst>
            </p:cNvPr>
            <p:cNvSpPr/>
            <p:nvPr/>
          </p:nvSpPr>
          <p:spPr>
            <a:xfrm>
              <a:off x="2552232" y="1424174"/>
              <a:ext cx="2503132" cy="1517904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2D67A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8" name="Connector 17504">
              <a:extLst>
                <a:ext uri="{FF2B5EF4-FFF2-40B4-BE49-F238E27FC236}">
                  <a16:creationId xmlns:a16="http://schemas.microsoft.com/office/drawing/2014/main" id="{3CAF59E4-AB61-08B6-B581-25175C0E07A8}"/>
                </a:ext>
              </a:extLst>
            </p:cNvPr>
            <p:cNvCxnSpPr>
              <a:cxnSpLocks/>
            </p:cNvCxnSpPr>
            <p:nvPr/>
          </p:nvCxnSpPr>
          <p:spPr>
            <a:xfrm>
              <a:off x="5045466" y="2135928"/>
              <a:ext cx="376117" cy="0"/>
            </a:xfrm>
            <a:prstGeom prst="line">
              <a:avLst/>
            </a:prstGeom>
            <a:ln w="27940">
              <a:solidFill>
                <a:srgbClr val="2D67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ounded Rectangle 17505">
              <a:extLst>
                <a:ext uri="{FF2B5EF4-FFF2-40B4-BE49-F238E27FC236}">
                  <a16:creationId xmlns:a16="http://schemas.microsoft.com/office/drawing/2014/main" id="{1B572282-D57A-C517-FEAF-58CAAF43F2A7}"/>
                </a:ext>
              </a:extLst>
            </p:cNvPr>
            <p:cNvSpPr/>
            <p:nvPr/>
          </p:nvSpPr>
          <p:spPr>
            <a:xfrm>
              <a:off x="5281766" y="1486704"/>
              <a:ext cx="2263952" cy="1325880"/>
            </a:xfrm>
            <a:prstGeom prst="roundRect">
              <a:avLst/>
            </a:prstGeom>
            <a:solidFill>
              <a:srgbClr val="F8FAFC"/>
            </a:solidFill>
            <a:ln w="10160">
              <a:solidFill>
                <a:srgbClr val="D6DEE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7D7EE8FB-7E24-9671-82C8-1AC453B28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01" y="6363516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A164A974-D703-A02F-D40A-C32FB41E2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BA4BA-C71C-A202-5B36-8C60368A5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80460" y="6432572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A618F00-F618-786A-3EA2-B68BE54733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976" y="-96124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75FB99F7-7510-53FB-DC64-22869B78CE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3775" y="85490"/>
            <a:ext cx="224985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Unhandled</a:t>
            </a:r>
            <a:r>
              <a:rPr lang="en-US"/>
              <a:t> Exceptions</a:t>
            </a:r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2653E3C-29BC-F9C4-3315-E0F0568B7D00}"/>
              </a:ext>
            </a:extLst>
          </p:cNvPr>
          <p:cNvGrpSpPr/>
          <p:nvPr/>
        </p:nvGrpSpPr>
        <p:grpSpPr>
          <a:xfrm>
            <a:off x="8104769" y="1044634"/>
            <a:ext cx="4006480" cy="3101328"/>
            <a:chOff x="7525512" y="1200167"/>
            <a:chExt cx="3590026" cy="2878055"/>
          </a:xfrm>
        </p:grpSpPr>
        <p:sp>
          <p:nvSpPr>
            <p:cNvPr id="17451" name="TextBox 17450">
              <a:extLst>
                <a:ext uri="{FF2B5EF4-FFF2-40B4-BE49-F238E27FC236}">
                  <a16:creationId xmlns:a16="http://schemas.microsoft.com/office/drawing/2014/main" id="{5BF6CAAE-50F9-54E9-AB56-BCF42627A4A8}"/>
                </a:ext>
              </a:extLst>
            </p:cNvPr>
            <p:cNvSpPr txBox="1"/>
            <p:nvPr/>
          </p:nvSpPr>
          <p:spPr>
            <a:xfrm>
              <a:off x="7543799" y="1200167"/>
              <a:ext cx="2420747" cy="41602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lang="en-IN" sz="2400" b="1">
                  <a:solidFill>
                    <a:srgbClr val="2869A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WHO BENEFITS</a:t>
              </a:r>
            </a:p>
          </p:txBody>
        </p:sp>
        <p:sp>
          <p:nvSpPr>
            <p:cNvPr id="17452" name="Rounded Rectangle 17451">
              <a:extLst>
                <a:ext uri="{FF2B5EF4-FFF2-40B4-BE49-F238E27FC236}">
                  <a16:creationId xmlns:a16="http://schemas.microsoft.com/office/drawing/2014/main" id="{AC77D48F-EEB1-CE33-6E21-06DA81B7184B}"/>
                </a:ext>
              </a:extLst>
            </p:cNvPr>
            <p:cNvSpPr/>
            <p:nvPr/>
          </p:nvSpPr>
          <p:spPr>
            <a:xfrm>
              <a:off x="7525512" y="1655063"/>
              <a:ext cx="3520440" cy="502920"/>
            </a:xfrm>
            <a:prstGeom prst="roundRect">
              <a:avLst/>
            </a:prstGeom>
            <a:solidFill>
              <a:srgbClr val="FFFFFF"/>
            </a:solidFill>
            <a:ln w="8890">
              <a:solidFill>
                <a:srgbClr val="DCE3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53" name="Oval 17452">
              <a:extLst>
                <a:ext uri="{FF2B5EF4-FFF2-40B4-BE49-F238E27FC236}">
                  <a16:creationId xmlns:a16="http://schemas.microsoft.com/office/drawing/2014/main" id="{DCD48062-BBCA-6968-CBA1-A05677F94337}"/>
                </a:ext>
              </a:extLst>
            </p:cNvPr>
            <p:cNvSpPr/>
            <p:nvPr/>
          </p:nvSpPr>
          <p:spPr>
            <a:xfrm>
              <a:off x="7660806" y="1781213"/>
              <a:ext cx="223189" cy="223188"/>
            </a:xfrm>
            <a:prstGeom prst="ellipse">
              <a:avLst/>
            </a:prstGeom>
            <a:solidFill>
              <a:srgbClr val="2E9CB5"/>
            </a:solidFill>
            <a:ln>
              <a:solidFill>
                <a:srgbClr val="2E9C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54" name="TextBox 17453">
              <a:extLst>
                <a:ext uri="{FF2B5EF4-FFF2-40B4-BE49-F238E27FC236}">
                  <a16:creationId xmlns:a16="http://schemas.microsoft.com/office/drawing/2014/main" id="{64A8BDD4-584C-9519-587C-EFCD155D2BC6}"/>
                </a:ext>
              </a:extLst>
            </p:cNvPr>
            <p:cNvSpPr txBox="1"/>
            <p:nvPr/>
          </p:nvSpPr>
          <p:spPr>
            <a:xfrm>
              <a:off x="7890673" y="1730377"/>
              <a:ext cx="1991895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rgbClr val="12253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CITIZENS</a:t>
              </a:r>
            </a:p>
          </p:txBody>
        </p:sp>
        <p:sp>
          <p:nvSpPr>
            <p:cNvPr id="17455" name="TextBox 17454">
              <a:extLst>
                <a:ext uri="{FF2B5EF4-FFF2-40B4-BE49-F238E27FC236}">
                  <a16:creationId xmlns:a16="http://schemas.microsoft.com/office/drawing/2014/main" id="{82BDA3D5-5633-D866-4347-AA00AD3F3629}"/>
                </a:ext>
              </a:extLst>
            </p:cNvPr>
            <p:cNvSpPr txBox="1"/>
            <p:nvPr/>
          </p:nvSpPr>
          <p:spPr>
            <a:xfrm>
              <a:off x="9210876" y="1660889"/>
              <a:ext cx="1904661" cy="47149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Awareness &amp;
</a:t>
              </a:r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reparedness</a:t>
              </a:r>
            </a:p>
          </p:txBody>
        </p:sp>
        <p:sp>
          <p:nvSpPr>
            <p:cNvPr id="17456" name="Rounded Rectangle 17455">
              <a:extLst>
                <a:ext uri="{FF2B5EF4-FFF2-40B4-BE49-F238E27FC236}">
                  <a16:creationId xmlns:a16="http://schemas.microsoft.com/office/drawing/2014/main" id="{0389EA20-69C9-E81A-7512-40EA7F2267DE}"/>
                </a:ext>
              </a:extLst>
            </p:cNvPr>
            <p:cNvSpPr/>
            <p:nvPr/>
          </p:nvSpPr>
          <p:spPr>
            <a:xfrm>
              <a:off x="7525512" y="2295143"/>
              <a:ext cx="3520440" cy="502920"/>
            </a:xfrm>
            <a:prstGeom prst="roundRect">
              <a:avLst/>
            </a:prstGeom>
            <a:solidFill>
              <a:srgbClr val="FFFFFF"/>
            </a:solidFill>
            <a:ln w="8890">
              <a:solidFill>
                <a:srgbClr val="DCE3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57" name="Oval 17456">
              <a:extLst>
                <a:ext uri="{FF2B5EF4-FFF2-40B4-BE49-F238E27FC236}">
                  <a16:creationId xmlns:a16="http://schemas.microsoft.com/office/drawing/2014/main" id="{FA391E5E-D9A4-893F-0CD9-448B0FF03A80}"/>
                </a:ext>
              </a:extLst>
            </p:cNvPr>
            <p:cNvSpPr/>
            <p:nvPr/>
          </p:nvSpPr>
          <p:spPr>
            <a:xfrm>
              <a:off x="7660806" y="2421293"/>
              <a:ext cx="223189" cy="223188"/>
            </a:xfrm>
            <a:prstGeom prst="ellipse">
              <a:avLst/>
            </a:prstGeom>
            <a:solidFill>
              <a:srgbClr val="DC8237"/>
            </a:solidFill>
            <a:ln>
              <a:solidFill>
                <a:srgbClr val="DC823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58" name="TextBox 17457">
              <a:extLst>
                <a:ext uri="{FF2B5EF4-FFF2-40B4-BE49-F238E27FC236}">
                  <a16:creationId xmlns:a16="http://schemas.microsoft.com/office/drawing/2014/main" id="{64986A1D-39C0-E0D2-5BE8-68FB27CA6B67}"/>
                </a:ext>
              </a:extLst>
            </p:cNvPr>
            <p:cNvSpPr txBox="1"/>
            <p:nvPr/>
          </p:nvSpPr>
          <p:spPr>
            <a:xfrm>
              <a:off x="7890673" y="2370457"/>
              <a:ext cx="1991895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rgbClr val="12253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AUTHORITIES</a:t>
              </a:r>
            </a:p>
          </p:txBody>
        </p:sp>
        <p:sp>
          <p:nvSpPr>
            <p:cNvPr id="17459" name="TextBox 17458">
              <a:extLst>
                <a:ext uri="{FF2B5EF4-FFF2-40B4-BE49-F238E27FC236}">
                  <a16:creationId xmlns:a16="http://schemas.microsoft.com/office/drawing/2014/main" id="{367B8F8E-D846-8EA7-7065-D7A3B95DD329}"/>
                </a:ext>
              </a:extLst>
            </p:cNvPr>
            <p:cNvSpPr txBox="1"/>
            <p:nvPr/>
          </p:nvSpPr>
          <p:spPr>
            <a:xfrm>
              <a:off x="9210877" y="2300970"/>
              <a:ext cx="1904661" cy="47149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Planning &amp;
</a:t>
              </a:r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esponse</a:t>
              </a:r>
            </a:p>
          </p:txBody>
        </p:sp>
        <p:sp>
          <p:nvSpPr>
            <p:cNvPr id="17460" name="Rounded Rectangle 17459">
              <a:extLst>
                <a:ext uri="{FF2B5EF4-FFF2-40B4-BE49-F238E27FC236}">
                  <a16:creationId xmlns:a16="http://schemas.microsoft.com/office/drawing/2014/main" id="{C91BF3AC-372F-FFE7-8B83-E74B050D66D5}"/>
                </a:ext>
              </a:extLst>
            </p:cNvPr>
            <p:cNvSpPr/>
            <p:nvPr/>
          </p:nvSpPr>
          <p:spPr>
            <a:xfrm>
              <a:off x="7525512" y="2935223"/>
              <a:ext cx="3520440" cy="502920"/>
            </a:xfrm>
            <a:prstGeom prst="roundRect">
              <a:avLst/>
            </a:prstGeom>
            <a:solidFill>
              <a:srgbClr val="FFFFFF"/>
            </a:solidFill>
            <a:ln w="8890">
              <a:solidFill>
                <a:srgbClr val="DCE3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61" name="Oval 17460">
              <a:extLst>
                <a:ext uri="{FF2B5EF4-FFF2-40B4-BE49-F238E27FC236}">
                  <a16:creationId xmlns:a16="http://schemas.microsoft.com/office/drawing/2014/main" id="{32E51C98-D022-61C2-A334-34AC7B802021}"/>
                </a:ext>
              </a:extLst>
            </p:cNvPr>
            <p:cNvSpPr/>
            <p:nvPr/>
          </p:nvSpPr>
          <p:spPr>
            <a:xfrm>
              <a:off x="7660806" y="3061373"/>
              <a:ext cx="223189" cy="223188"/>
            </a:xfrm>
            <a:prstGeom prst="ellipse">
              <a:avLst/>
            </a:prstGeom>
            <a:solidFill>
              <a:srgbClr val="745EA6"/>
            </a:solidFill>
            <a:ln>
              <a:solidFill>
                <a:srgbClr val="745E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62" name="TextBox 17461">
              <a:extLst>
                <a:ext uri="{FF2B5EF4-FFF2-40B4-BE49-F238E27FC236}">
                  <a16:creationId xmlns:a16="http://schemas.microsoft.com/office/drawing/2014/main" id="{8E8B38C5-753F-238F-EE20-B0C8CE9FF35E}"/>
                </a:ext>
              </a:extLst>
            </p:cNvPr>
            <p:cNvSpPr txBox="1"/>
            <p:nvPr/>
          </p:nvSpPr>
          <p:spPr>
            <a:xfrm>
              <a:off x="7890299" y="3033947"/>
              <a:ext cx="1991895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rgbClr val="12253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RESEARCHERS</a:t>
              </a:r>
            </a:p>
          </p:txBody>
        </p:sp>
        <p:sp>
          <p:nvSpPr>
            <p:cNvPr id="17463" name="TextBox 17462">
              <a:extLst>
                <a:ext uri="{FF2B5EF4-FFF2-40B4-BE49-F238E27FC236}">
                  <a16:creationId xmlns:a16="http://schemas.microsoft.com/office/drawing/2014/main" id="{4C3ECDE2-1327-6EB0-84D9-BD450BECC31A}"/>
                </a:ext>
              </a:extLst>
            </p:cNvPr>
            <p:cNvSpPr txBox="1"/>
            <p:nvPr/>
          </p:nvSpPr>
          <p:spPr>
            <a:xfrm>
              <a:off x="9210877" y="2941051"/>
              <a:ext cx="1904661" cy="47149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Analysis &amp;
</a:t>
              </a:r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alidation</a:t>
              </a:r>
            </a:p>
          </p:txBody>
        </p:sp>
        <p:sp>
          <p:nvSpPr>
            <p:cNvPr id="17464" name="Rounded Rectangle 17463">
              <a:extLst>
                <a:ext uri="{FF2B5EF4-FFF2-40B4-BE49-F238E27FC236}">
                  <a16:creationId xmlns:a16="http://schemas.microsoft.com/office/drawing/2014/main" id="{46A0EE35-D2AF-5BF4-88DB-5EFA0150B62D}"/>
                </a:ext>
              </a:extLst>
            </p:cNvPr>
            <p:cNvSpPr/>
            <p:nvPr/>
          </p:nvSpPr>
          <p:spPr>
            <a:xfrm>
              <a:off x="7525512" y="3575302"/>
              <a:ext cx="3520440" cy="502920"/>
            </a:xfrm>
            <a:prstGeom prst="roundRect">
              <a:avLst/>
            </a:prstGeom>
            <a:solidFill>
              <a:srgbClr val="FFFFFF"/>
            </a:solidFill>
            <a:ln w="8890">
              <a:solidFill>
                <a:srgbClr val="DCE3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65" name="Oval 17464">
              <a:extLst>
                <a:ext uri="{FF2B5EF4-FFF2-40B4-BE49-F238E27FC236}">
                  <a16:creationId xmlns:a16="http://schemas.microsoft.com/office/drawing/2014/main" id="{0A5FD65F-06B7-E5F5-B7A4-EF04A7DF6838}"/>
                </a:ext>
              </a:extLst>
            </p:cNvPr>
            <p:cNvSpPr/>
            <p:nvPr/>
          </p:nvSpPr>
          <p:spPr>
            <a:xfrm>
              <a:off x="7660806" y="3701452"/>
              <a:ext cx="223189" cy="223188"/>
            </a:xfrm>
            <a:prstGeom prst="ellipse">
              <a:avLst/>
            </a:prstGeom>
            <a:solidFill>
              <a:srgbClr val="4B9E69"/>
            </a:solidFill>
            <a:ln>
              <a:solidFill>
                <a:srgbClr val="4B9E6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66" name="TextBox 17465">
              <a:extLst>
                <a:ext uri="{FF2B5EF4-FFF2-40B4-BE49-F238E27FC236}">
                  <a16:creationId xmlns:a16="http://schemas.microsoft.com/office/drawing/2014/main" id="{0E731240-BF5D-E266-DF57-EF418A9026AD}"/>
                </a:ext>
              </a:extLst>
            </p:cNvPr>
            <p:cNvSpPr txBox="1"/>
            <p:nvPr/>
          </p:nvSpPr>
          <p:spPr>
            <a:xfrm>
              <a:off x="7890299" y="3644110"/>
              <a:ext cx="1991895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rgbClr val="12253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ENVIRONMENT</a:t>
              </a:r>
            </a:p>
          </p:txBody>
        </p:sp>
        <p:sp>
          <p:nvSpPr>
            <p:cNvPr id="17467" name="TextBox 17466">
              <a:extLst>
                <a:ext uri="{FF2B5EF4-FFF2-40B4-BE49-F238E27FC236}">
                  <a16:creationId xmlns:a16="http://schemas.microsoft.com/office/drawing/2014/main" id="{DEAC49F0-1F2F-4B3F-6330-30E3C3F84C78}"/>
                </a:ext>
              </a:extLst>
            </p:cNvPr>
            <p:cNvSpPr txBox="1"/>
            <p:nvPr/>
          </p:nvSpPr>
          <p:spPr>
            <a:xfrm>
              <a:off x="9210877" y="3581130"/>
              <a:ext cx="1904661" cy="47149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Pollution
</a:t>
              </a:r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nticipation</a:t>
              </a:r>
            </a:p>
          </p:txBody>
        </p:sp>
      </p:grpSp>
      <p:sp>
        <p:nvSpPr>
          <p:cNvPr id="17468" name="TextBox 17467">
            <a:extLst>
              <a:ext uri="{FF2B5EF4-FFF2-40B4-BE49-F238E27FC236}">
                <a16:creationId xmlns:a16="http://schemas.microsoft.com/office/drawing/2014/main" id="{9E83B55E-D7AF-7B92-B707-4C74E52C4564}"/>
              </a:ext>
            </a:extLst>
          </p:cNvPr>
          <p:cNvSpPr txBox="1"/>
          <p:nvPr/>
        </p:nvSpPr>
        <p:spPr>
          <a:xfrm>
            <a:off x="193951" y="4168342"/>
            <a:ext cx="222982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IN" sz="2400" b="1">
                <a:solidFill>
                  <a:srgbClr val="2869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endParaRPr lang="en-IN" sz="2000" b="1">
              <a:solidFill>
                <a:srgbClr val="2869A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560" name="Group 17559">
            <a:extLst>
              <a:ext uri="{FF2B5EF4-FFF2-40B4-BE49-F238E27FC236}">
                <a16:creationId xmlns:a16="http://schemas.microsoft.com/office/drawing/2014/main" id="{A71C6857-58A5-3728-BC2D-C1C829440C51}"/>
              </a:ext>
            </a:extLst>
          </p:cNvPr>
          <p:cNvGrpSpPr/>
          <p:nvPr/>
        </p:nvGrpSpPr>
        <p:grpSpPr>
          <a:xfrm>
            <a:off x="95523" y="4613870"/>
            <a:ext cx="12188585" cy="960120"/>
            <a:chOff x="82109" y="4614279"/>
            <a:chExt cx="12188585" cy="960120"/>
          </a:xfrm>
        </p:grpSpPr>
        <p:sp>
          <p:nvSpPr>
            <p:cNvPr id="17489" name="Rounded Rectangle 17488">
              <a:extLst>
                <a:ext uri="{FF2B5EF4-FFF2-40B4-BE49-F238E27FC236}">
                  <a16:creationId xmlns:a16="http://schemas.microsoft.com/office/drawing/2014/main" id="{BFBEE2AC-9ACD-801E-5EE2-7961748437DA}"/>
                </a:ext>
              </a:extLst>
            </p:cNvPr>
            <p:cNvSpPr/>
            <p:nvPr/>
          </p:nvSpPr>
          <p:spPr>
            <a:xfrm>
              <a:off x="82109" y="4614279"/>
              <a:ext cx="12030956" cy="960120"/>
            </a:xfrm>
            <a:prstGeom prst="roundRect">
              <a:avLst/>
            </a:prstGeom>
            <a:solidFill>
              <a:srgbClr val="FFFFFF"/>
            </a:solidFill>
            <a:ln w="8890">
              <a:solidFill>
                <a:srgbClr val="DCE3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6814F9D-5F0A-D3A5-0206-EA7918115890}"/>
                </a:ext>
              </a:extLst>
            </p:cNvPr>
            <p:cNvGrpSpPr/>
            <p:nvPr/>
          </p:nvGrpSpPr>
          <p:grpSpPr>
            <a:xfrm>
              <a:off x="291152" y="4705969"/>
              <a:ext cx="2402766" cy="807145"/>
              <a:chOff x="291152" y="4705969"/>
              <a:chExt cx="2402766" cy="807145"/>
            </a:xfrm>
          </p:grpSpPr>
          <p:sp>
            <p:nvSpPr>
              <p:cNvPr id="17471" name="TextBox 17470">
                <a:extLst>
                  <a:ext uri="{FF2B5EF4-FFF2-40B4-BE49-F238E27FC236}">
                    <a16:creationId xmlns:a16="http://schemas.microsoft.com/office/drawing/2014/main" id="{5DE21C94-D42A-4FD0-9F4A-350D839FBF7E}"/>
                  </a:ext>
                </a:extLst>
              </p:cNvPr>
              <p:cNvSpPr txBox="1"/>
              <p:nvPr/>
            </p:nvSpPr>
            <p:spPr>
              <a:xfrm>
                <a:off x="429254" y="4705969"/>
                <a:ext cx="2264664" cy="33855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/>
                <a:r>
                  <a:rPr sz="1600" b="1">
                    <a:solidFill>
                      <a:srgbClr val="2E9CB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SOCIAL</a:t>
                </a:r>
              </a:p>
            </p:txBody>
          </p:sp>
          <p:sp>
            <p:nvSpPr>
              <p:cNvPr id="17472" name="TextBox 17471">
                <a:extLst>
                  <a:ext uri="{FF2B5EF4-FFF2-40B4-BE49-F238E27FC236}">
                    <a16:creationId xmlns:a16="http://schemas.microsoft.com/office/drawing/2014/main" id="{0C688516-56C5-2DD8-CD67-F09BFBCA4EA4}"/>
                  </a:ext>
                </a:extLst>
              </p:cNvPr>
              <p:cNvSpPr txBox="1"/>
              <p:nvPr/>
            </p:nvSpPr>
            <p:spPr>
              <a:xfrm>
                <a:off x="291152" y="4989894"/>
                <a:ext cx="1243266" cy="5232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sz="1400" b="0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Awareness &amp;
</a:t>
                </a:r>
                <a:r>
                  <a:rPr lang="en-US" sz="1400" b="1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sz="1400" b="1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reparedness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CD4DE3C-DF5E-1BF7-E150-62F07DC36F9A}"/>
                </a:ext>
              </a:extLst>
            </p:cNvPr>
            <p:cNvGrpSpPr/>
            <p:nvPr/>
          </p:nvGrpSpPr>
          <p:grpSpPr>
            <a:xfrm>
              <a:off x="1588072" y="4705969"/>
              <a:ext cx="2371865" cy="802610"/>
              <a:chOff x="1511869" y="4705969"/>
              <a:chExt cx="2371865" cy="802610"/>
            </a:xfrm>
          </p:grpSpPr>
          <p:sp>
            <p:nvSpPr>
              <p:cNvPr id="17475" name="TextBox 17474">
                <a:extLst>
                  <a:ext uri="{FF2B5EF4-FFF2-40B4-BE49-F238E27FC236}">
                    <a16:creationId xmlns:a16="http://schemas.microsoft.com/office/drawing/2014/main" id="{32CB3344-9BB9-281B-76A5-0F6C78DB5962}"/>
                  </a:ext>
                </a:extLst>
              </p:cNvPr>
              <p:cNvSpPr txBox="1"/>
              <p:nvPr/>
            </p:nvSpPr>
            <p:spPr>
              <a:xfrm>
                <a:off x="1619070" y="4705969"/>
                <a:ext cx="2264664" cy="33855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/>
                <a:r>
                  <a:rPr sz="1600" b="1">
                    <a:solidFill>
                      <a:srgbClr val="DC8237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ECONOMIC</a:t>
                </a:r>
              </a:p>
            </p:txBody>
          </p:sp>
          <p:sp>
            <p:nvSpPr>
              <p:cNvPr id="17476" name="TextBox 17475">
                <a:extLst>
                  <a:ext uri="{FF2B5EF4-FFF2-40B4-BE49-F238E27FC236}">
                    <a16:creationId xmlns:a16="http://schemas.microsoft.com/office/drawing/2014/main" id="{2722AC86-4EA7-9630-CE0D-7BFE5A50F26B}"/>
                  </a:ext>
                </a:extLst>
              </p:cNvPr>
              <p:cNvSpPr txBox="1"/>
              <p:nvPr/>
            </p:nvSpPr>
            <p:spPr>
              <a:xfrm>
                <a:off x="1511869" y="4985359"/>
                <a:ext cx="1546215" cy="5232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sz="1400" b="1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Better </a:t>
                </a:r>
                <a:r>
                  <a:rPr lang="en-US" sz="1400" b="1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sz="1400" b="1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lanning</a:t>
                </a:r>
                <a:r>
                  <a:rPr sz="1400" b="0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
under uncertainty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07F63EA-EFE4-A38D-0A05-FABBAFC2525B}"/>
                </a:ext>
              </a:extLst>
            </p:cNvPr>
            <p:cNvGrpSpPr/>
            <p:nvPr/>
          </p:nvGrpSpPr>
          <p:grpSpPr>
            <a:xfrm>
              <a:off x="3218939" y="4714892"/>
              <a:ext cx="2436069" cy="798222"/>
              <a:chOff x="3034068" y="4714892"/>
              <a:chExt cx="2436069" cy="798222"/>
            </a:xfrm>
          </p:grpSpPr>
          <p:sp>
            <p:nvSpPr>
              <p:cNvPr id="17479" name="TextBox 17478">
                <a:extLst>
                  <a:ext uri="{FF2B5EF4-FFF2-40B4-BE49-F238E27FC236}">
                    <a16:creationId xmlns:a16="http://schemas.microsoft.com/office/drawing/2014/main" id="{8D6DAE80-6C8A-93D1-0524-D3FB752E573B}"/>
                  </a:ext>
                </a:extLst>
              </p:cNvPr>
              <p:cNvSpPr txBox="1"/>
              <p:nvPr/>
            </p:nvSpPr>
            <p:spPr>
              <a:xfrm>
                <a:off x="3205473" y="4714892"/>
                <a:ext cx="2264664" cy="33855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/>
                <a:r>
                  <a:rPr sz="1600" b="1">
                    <a:solidFill>
                      <a:srgbClr val="4B9E6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ENVIRONMENTAL</a:t>
                </a:r>
              </a:p>
            </p:txBody>
          </p:sp>
          <p:sp>
            <p:nvSpPr>
              <p:cNvPr id="17480" name="TextBox 17479">
                <a:extLst>
                  <a:ext uri="{FF2B5EF4-FFF2-40B4-BE49-F238E27FC236}">
                    <a16:creationId xmlns:a16="http://schemas.microsoft.com/office/drawing/2014/main" id="{39407B92-6723-A8D8-43EC-F3AA84A3776D}"/>
                  </a:ext>
                </a:extLst>
              </p:cNvPr>
              <p:cNvSpPr txBox="1"/>
              <p:nvPr/>
            </p:nvSpPr>
            <p:spPr>
              <a:xfrm>
                <a:off x="3034068" y="4989894"/>
                <a:ext cx="2295878" cy="5232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sz="1400" b="0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Regional </a:t>
                </a:r>
                <a:r>
                  <a:rPr lang="en-US" sz="1400" b="0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sz="1400" b="0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ransport &amp;
</a:t>
                </a:r>
                <a:r>
                  <a:rPr lang="en-US" sz="1400" b="0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sz="1400" b="0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iomass-</a:t>
                </a:r>
                <a:r>
                  <a:rPr lang="en-US" sz="1400" b="0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sz="1400" b="0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urning </a:t>
                </a:r>
                <a:r>
                  <a:rPr lang="en-US" sz="1400" b="1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sz="1400" b="1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nsight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405D118-DE9F-2FB3-A567-D5CBB87C4AC0}"/>
                </a:ext>
              </a:extLst>
            </p:cNvPr>
            <p:cNvGrpSpPr/>
            <p:nvPr/>
          </p:nvGrpSpPr>
          <p:grpSpPr>
            <a:xfrm>
              <a:off x="5701335" y="4705968"/>
              <a:ext cx="2264664" cy="807146"/>
              <a:chOff x="5584437" y="4705968"/>
              <a:chExt cx="2264664" cy="807146"/>
            </a:xfrm>
          </p:grpSpPr>
          <p:sp>
            <p:nvSpPr>
              <p:cNvPr id="17483" name="TextBox 17482">
                <a:extLst>
                  <a:ext uri="{FF2B5EF4-FFF2-40B4-BE49-F238E27FC236}">
                    <a16:creationId xmlns:a16="http://schemas.microsoft.com/office/drawing/2014/main" id="{A050A18D-E31E-3C5E-1D1F-E87F16372650}"/>
                  </a:ext>
                </a:extLst>
              </p:cNvPr>
              <p:cNvSpPr txBox="1"/>
              <p:nvPr/>
            </p:nvSpPr>
            <p:spPr>
              <a:xfrm>
                <a:off x="5584437" y="4705968"/>
                <a:ext cx="2264664" cy="33855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/>
                <a:r>
                  <a:rPr sz="1600" b="1">
                    <a:solidFill>
                      <a:srgbClr val="2869A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GOVERNANCE</a:t>
                </a:r>
              </a:p>
            </p:txBody>
          </p:sp>
          <p:sp>
            <p:nvSpPr>
              <p:cNvPr id="17484" name="TextBox 17483">
                <a:extLst>
                  <a:ext uri="{FF2B5EF4-FFF2-40B4-BE49-F238E27FC236}">
                    <a16:creationId xmlns:a16="http://schemas.microsoft.com/office/drawing/2014/main" id="{8CE9F2A6-33E1-6ABC-786D-4F754CD6E65F}"/>
                  </a:ext>
                </a:extLst>
              </p:cNvPr>
              <p:cNvSpPr txBox="1"/>
              <p:nvPr/>
            </p:nvSpPr>
            <p:spPr>
              <a:xfrm>
                <a:off x="5639301" y="4989894"/>
                <a:ext cx="1600200" cy="5232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sz="1400" b="0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Earlier </a:t>
                </a:r>
                <a:r>
                  <a:rPr lang="en-US" sz="1400" b="1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sz="1400" b="1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ituational
</a:t>
                </a:r>
                <a:r>
                  <a:rPr lang="en-US" sz="1400" b="1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sz="1400" b="1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wareness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5EC8BA8-F188-A682-8950-7A4BCF7E09A0}"/>
                </a:ext>
              </a:extLst>
            </p:cNvPr>
            <p:cNvGrpSpPr/>
            <p:nvPr/>
          </p:nvGrpSpPr>
          <p:grpSpPr>
            <a:xfrm>
              <a:off x="7327460" y="4714892"/>
              <a:ext cx="2671918" cy="815152"/>
              <a:chOff x="7115711" y="4705969"/>
              <a:chExt cx="2671918" cy="815152"/>
            </a:xfrm>
          </p:grpSpPr>
          <p:sp>
            <p:nvSpPr>
              <p:cNvPr id="17487" name="TextBox 17486">
                <a:extLst>
                  <a:ext uri="{FF2B5EF4-FFF2-40B4-BE49-F238E27FC236}">
                    <a16:creationId xmlns:a16="http://schemas.microsoft.com/office/drawing/2014/main" id="{EB9339DC-DAEC-EADE-F413-3F1F08729C72}"/>
                  </a:ext>
                </a:extLst>
              </p:cNvPr>
              <p:cNvSpPr txBox="1"/>
              <p:nvPr/>
            </p:nvSpPr>
            <p:spPr>
              <a:xfrm>
                <a:off x="7522965" y="4705969"/>
                <a:ext cx="2264664" cy="33855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/>
                <a:r>
                  <a:rPr sz="1600" b="1">
                    <a:solidFill>
                      <a:srgbClr val="745EA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SCIENTIFIC</a:t>
                </a:r>
              </a:p>
            </p:txBody>
          </p:sp>
          <p:sp>
            <p:nvSpPr>
              <p:cNvPr id="17488" name="TextBox 17487">
                <a:extLst>
                  <a:ext uri="{FF2B5EF4-FFF2-40B4-BE49-F238E27FC236}">
                    <a16:creationId xmlns:a16="http://schemas.microsoft.com/office/drawing/2014/main" id="{A92D5D05-BB2C-76EB-F448-B511E45A2754}"/>
                  </a:ext>
                </a:extLst>
              </p:cNvPr>
              <p:cNvSpPr txBox="1"/>
              <p:nvPr/>
            </p:nvSpPr>
            <p:spPr>
              <a:xfrm>
                <a:off x="7115711" y="4997901"/>
                <a:ext cx="2155600" cy="5232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sz="1400" b="0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Weather</a:t>
                </a:r>
                <a:r>
                  <a:rPr lang="en-US" sz="1400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1400" b="0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sz="1400" b="0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ollution
</a:t>
                </a:r>
                <a:r>
                  <a:rPr lang="en-US" sz="1400" b="1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sz="1400" b="1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nalysis &amp; </a:t>
                </a:r>
                <a:r>
                  <a:rPr lang="en-US" sz="1400" b="1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sz="1400" b="1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alidation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1CCA4B3-AF85-9645-D5C4-8A56FABD9425}"/>
                </a:ext>
              </a:extLst>
            </p:cNvPr>
            <p:cNvGrpSpPr/>
            <p:nvPr/>
          </p:nvGrpSpPr>
          <p:grpSpPr>
            <a:xfrm>
              <a:off x="9092549" y="4732634"/>
              <a:ext cx="3178145" cy="780480"/>
              <a:chOff x="9092549" y="4732634"/>
              <a:chExt cx="3178145" cy="780480"/>
            </a:xfrm>
          </p:grpSpPr>
          <p:sp>
            <p:nvSpPr>
              <p:cNvPr id="17491" name="TextBox 17490">
                <a:extLst>
                  <a:ext uri="{FF2B5EF4-FFF2-40B4-BE49-F238E27FC236}">
                    <a16:creationId xmlns:a16="http://schemas.microsoft.com/office/drawing/2014/main" id="{4CB34668-EA3C-7D3F-0429-376226B02B73}"/>
                  </a:ext>
                </a:extLst>
              </p:cNvPr>
              <p:cNvSpPr txBox="1"/>
              <p:nvPr/>
            </p:nvSpPr>
            <p:spPr>
              <a:xfrm>
                <a:off x="9525802" y="4732634"/>
                <a:ext cx="2264664" cy="33855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/>
                <a:r>
                  <a:rPr sz="1600" b="1">
                    <a:solidFill>
                      <a:srgbClr val="C4494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TECHNOLOGICAL</a:t>
                </a:r>
              </a:p>
            </p:txBody>
          </p:sp>
          <p:sp>
            <p:nvSpPr>
              <p:cNvPr id="17492" name="TextBox 17491">
                <a:extLst>
                  <a:ext uri="{FF2B5EF4-FFF2-40B4-BE49-F238E27FC236}">
                    <a16:creationId xmlns:a16="http://schemas.microsoft.com/office/drawing/2014/main" id="{7B0E0EF7-3A2F-D78A-9A38-9EA7BF8439C1}"/>
                  </a:ext>
                </a:extLst>
              </p:cNvPr>
              <p:cNvSpPr txBox="1"/>
              <p:nvPr/>
            </p:nvSpPr>
            <p:spPr>
              <a:xfrm>
                <a:off x="9092549" y="4989894"/>
                <a:ext cx="3178145" cy="5232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sz="1400" b="0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ML + </a:t>
                </a:r>
                <a:r>
                  <a:rPr sz="1400" b="1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400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sz="1400" b="1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AI</a:t>
                </a:r>
                <a:r>
                  <a:rPr sz="1400" b="0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sz="1400" b="0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sz="1400" b="0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tmospheric</a:t>
                </a:r>
                <a:r>
                  <a:rPr lang="en-US" sz="1400" b="0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Data</a:t>
                </a:r>
                <a:r>
                  <a:rPr sz="1400" b="0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
</a:t>
                </a:r>
                <a:r>
                  <a:rPr lang="en-US" sz="1400" b="1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sz="1400" b="1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eospatial </a:t>
                </a:r>
                <a:r>
                  <a:rPr lang="en-US" sz="1400" b="1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sz="1400" b="1">
                    <a:solidFill>
                      <a:srgbClr val="1225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latform</a:t>
                </a:r>
              </a:p>
            </p:txBody>
          </p:sp>
        </p:grpSp>
      </p:grpSp>
      <p:sp>
        <p:nvSpPr>
          <p:cNvPr id="17493" name="TextBox 17492">
            <a:extLst>
              <a:ext uri="{FF2B5EF4-FFF2-40B4-BE49-F238E27FC236}">
                <a16:creationId xmlns:a16="http://schemas.microsoft.com/office/drawing/2014/main" id="{3F366E50-4221-C68B-B8FC-354AC64D9ADA}"/>
              </a:ext>
            </a:extLst>
          </p:cNvPr>
          <p:cNvSpPr txBox="1"/>
          <p:nvPr/>
        </p:nvSpPr>
        <p:spPr>
          <a:xfrm>
            <a:off x="-23821" y="5641410"/>
            <a:ext cx="121920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IN" sz="1600" b="1">
                <a:solidFill>
                  <a:srgbClr val="1225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Outcome: Earlier Awareness • Stronger Situational Understanding • Better-Informed Planning</a:t>
            </a:r>
          </a:p>
        </p:txBody>
      </p:sp>
      <p:sp>
        <p:nvSpPr>
          <p:cNvPr id="17494" name="TextBox 17493">
            <a:extLst>
              <a:ext uri="{FF2B5EF4-FFF2-40B4-BE49-F238E27FC236}">
                <a16:creationId xmlns:a16="http://schemas.microsoft.com/office/drawing/2014/main" id="{89037C33-0BD2-1FAB-7FA3-8E1FF8520ED8}"/>
              </a:ext>
            </a:extLst>
          </p:cNvPr>
          <p:cNvSpPr txBox="1"/>
          <p:nvPr/>
        </p:nvSpPr>
        <p:spPr>
          <a:xfrm>
            <a:off x="-216042" y="5989092"/>
            <a:ext cx="12191999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Decision-support system	</a:t>
            </a: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→	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Complements Official Observations and Regulatory Action.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83AC2A-45C9-B08A-B397-8B35BE9F3830}"/>
              </a:ext>
            </a:extLst>
          </p:cNvPr>
          <p:cNvSpPr txBox="1"/>
          <p:nvPr/>
        </p:nvSpPr>
        <p:spPr>
          <a:xfrm>
            <a:off x="149851" y="1044635"/>
            <a:ext cx="1545421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2869A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sz="2400"/>
              <a:t>IMPACT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628C8C-2396-A2FA-76B5-3307A157520A}"/>
              </a:ext>
            </a:extLst>
          </p:cNvPr>
          <p:cNvSpPr txBox="1"/>
          <p:nvPr/>
        </p:nvSpPr>
        <p:spPr>
          <a:xfrm>
            <a:off x="1955291" y="1118337"/>
            <a:ext cx="579160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From current AQI monitoring → 72-hour pollution intelligence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CC2D24-6359-9820-A24A-99BEFB1981E3}"/>
              </a:ext>
            </a:extLst>
          </p:cNvPr>
          <p:cNvSpPr txBox="1"/>
          <p:nvPr/>
        </p:nvSpPr>
        <p:spPr>
          <a:xfrm>
            <a:off x="56364" y="1663215"/>
            <a:ext cx="2435662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IN" b="1">
                <a:solidFill>
                  <a:srgbClr val="5A67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b="1">
                <a:solidFill>
                  <a:srgbClr val="5A67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VIEW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EDABC0-5BEB-EC2C-24DF-55A0B3973523}"/>
              </a:ext>
            </a:extLst>
          </p:cNvPr>
          <p:cNvSpPr txBox="1"/>
          <p:nvPr/>
        </p:nvSpPr>
        <p:spPr>
          <a:xfrm>
            <a:off x="309257" y="2022273"/>
            <a:ext cx="2031218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42A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AQI
+ fragmented weather / fire context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61E15E-59F7-253D-AA66-010EC93BC395}"/>
              </a:ext>
            </a:extLst>
          </p:cNvPr>
          <p:cNvSpPr txBox="1"/>
          <p:nvPr/>
        </p:nvSpPr>
        <p:spPr>
          <a:xfrm>
            <a:off x="2534389" y="1454071"/>
            <a:ext cx="2793848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2D67A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>
                <a:solidFill>
                  <a:srgbClr val="2D67A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P-WCF</a:t>
            </a:r>
            <a:r>
              <a:rPr sz="2800" b="1">
                <a:solidFill>
                  <a:srgbClr val="2D67A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40CA1B-51F8-DFDB-960C-C2D3D6B76E22}"/>
              </a:ext>
            </a:extLst>
          </p:cNvPr>
          <p:cNvSpPr txBox="1"/>
          <p:nvPr/>
        </p:nvSpPr>
        <p:spPr>
          <a:xfrm>
            <a:off x="2807102" y="1977048"/>
            <a:ext cx="233897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42A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72-Hour Forecast
+ Live Heatmap + XAI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60165D-1A23-9671-E06C-510F04C1010E}"/>
              </a:ext>
            </a:extLst>
          </p:cNvPr>
          <p:cNvSpPr txBox="1"/>
          <p:nvPr/>
        </p:nvSpPr>
        <p:spPr>
          <a:xfrm>
            <a:off x="2871024" y="2433324"/>
            <a:ext cx="2120577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5A67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AQI • PM₂.₅ • Weather PBL </a:t>
            </a:r>
            <a:r>
              <a:rPr lang="en-US" sz="1200" b="0">
                <a:solidFill>
                  <a:srgbClr val="5A67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sz="1200" b="0">
                <a:solidFill>
                  <a:srgbClr val="5A67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Fires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8901CD-FFB5-91B9-2179-18CAD35EB05F}"/>
              </a:ext>
            </a:extLst>
          </p:cNvPr>
          <p:cNvSpPr txBox="1"/>
          <p:nvPr/>
        </p:nvSpPr>
        <p:spPr>
          <a:xfrm>
            <a:off x="5456629" y="1633605"/>
            <a:ext cx="234969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>
                <a:solidFill>
                  <a:srgbClr val="489D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CHANGES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1A0DDF-BCE9-43E1-13A3-DD2F53F9AFB0}"/>
              </a:ext>
            </a:extLst>
          </p:cNvPr>
          <p:cNvSpPr txBox="1"/>
          <p:nvPr/>
        </p:nvSpPr>
        <p:spPr>
          <a:xfrm>
            <a:off x="5555568" y="2099584"/>
            <a:ext cx="222507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42A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Earlier </a:t>
            </a:r>
            <a:r>
              <a:rPr lang="en-IN" sz="1200" b="1">
                <a:solidFill>
                  <a:srgbClr val="142A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142A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 </a:t>
            </a:r>
            <a:br>
              <a:rPr lang="en-US" sz="1200" b="1">
                <a:solidFill>
                  <a:srgbClr val="142A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200" b="1">
                <a:solidFill>
                  <a:srgbClr val="142A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• Integrated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33D1E1F-8097-2FD6-B864-AFE4B02B1C08}"/>
              </a:ext>
            </a:extLst>
          </p:cNvPr>
          <p:cNvSpPr/>
          <p:nvPr/>
        </p:nvSpPr>
        <p:spPr>
          <a:xfrm>
            <a:off x="336454" y="3053128"/>
            <a:ext cx="388924" cy="388924"/>
          </a:xfrm>
          <a:prstGeom prst="ellipse">
            <a:avLst/>
          </a:prstGeom>
          <a:solidFill>
            <a:srgbClr val="2D9EB8"/>
          </a:solidFill>
          <a:ln>
            <a:solidFill>
              <a:srgbClr val="2D9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662003-37D2-E4B0-0F50-CA7A1A2FC8B6}"/>
              </a:ext>
            </a:extLst>
          </p:cNvPr>
          <p:cNvSpPr txBox="1"/>
          <p:nvPr/>
        </p:nvSpPr>
        <p:spPr>
          <a:xfrm>
            <a:off x="671718" y="3050748"/>
            <a:ext cx="1519121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D9E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EARLIER AWARENESS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7FCAC3-5C8E-8435-162F-1AF941CEF4A9}"/>
              </a:ext>
            </a:extLst>
          </p:cNvPr>
          <p:cNvSpPr txBox="1"/>
          <p:nvPr/>
        </p:nvSpPr>
        <p:spPr>
          <a:xfrm>
            <a:off x="429254" y="3479371"/>
            <a:ext cx="1801224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1">
                <a:solidFill>
                  <a:srgbClr val="142A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when pollution episodes are expected to worsen.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A8ED6D0-A9F9-EE97-51D7-F5E54E516743}"/>
              </a:ext>
            </a:extLst>
          </p:cNvPr>
          <p:cNvSpPr/>
          <p:nvPr/>
        </p:nvSpPr>
        <p:spPr>
          <a:xfrm>
            <a:off x="2315112" y="3059832"/>
            <a:ext cx="388924" cy="388924"/>
          </a:xfrm>
          <a:prstGeom prst="ellipse">
            <a:avLst/>
          </a:prstGeom>
          <a:solidFill>
            <a:srgbClr val="2D67A5"/>
          </a:solidFill>
          <a:ln>
            <a:solidFill>
              <a:srgbClr val="2D6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A644D2-AE65-CBA4-D921-88D252B8BBF2}"/>
              </a:ext>
            </a:extLst>
          </p:cNvPr>
          <p:cNvSpPr txBox="1"/>
          <p:nvPr/>
        </p:nvSpPr>
        <p:spPr>
          <a:xfrm>
            <a:off x="2650376" y="3044149"/>
            <a:ext cx="1519121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D67A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 AWARENESS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C88557-8A02-4459-D024-C9429880633D}"/>
              </a:ext>
            </a:extLst>
          </p:cNvPr>
          <p:cNvSpPr txBox="1"/>
          <p:nvPr/>
        </p:nvSpPr>
        <p:spPr>
          <a:xfrm>
            <a:off x="2465781" y="3475498"/>
            <a:ext cx="1558371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1">
                <a:solidFill>
                  <a:srgbClr val="142A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where pollution is likely to intensify and move.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AE338CB-B525-A5B5-763A-951C1D81C564}"/>
              </a:ext>
            </a:extLst>
          </p:cNvPr>
          <p:cNvSpPr/>
          <p:nvPr/>
        </p:nvSpPr>
        <p:spPr>
          <a:xfrm>
            <a:off x="3988465" y="3059832"/>
            <a:ext cx="388924" cy="388924"/>
          </a:xfrm>
          <a:prstGeom prst="ellipse">
            <a:avLst/>
          </a:prstGeom>
          <a:solidFill>
            <a:srgbClr val="715BA4"/>
          </a:solidFill>
          <a:ln>
            <a:solidFill>
              <a:srgbClr val="715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6BD37C-49EB-DCB3-22D2-6080D00D658B}"/>
              </a:ext>
            </a:extLst>
          </p:cNvPr>
          <p:cNvSpPr txBox="1"/>
          <p:nvPr/>
        </p:nvSpPr>
        <p:spPr>
          <a:xfrm>
            <a:off x="4323729" y="3044149"/>
            <a:ext cx="1519121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715BA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CAUSAL UNDERSTANDING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1B90D9-F115-79D2-1582-3EEE376F9B16}"/>
              </a:ext>
            </a:extLst>
          </p:cNvPr>
          <p:cNvSpPr txBox="1"/>
          <p:nvPr/>
        </p:nvSpPr>
        <p:spPr>
          <a:xfrm>
            <a:off x="4101372" y="3471992"/>
            <a:ext cx="1599963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1">
                <a:solidFill>
                  <a:srgbClr val="142A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 changes with weather, PBL/inversion and regional burning.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7F7643A-7131-17BD-6CDC-6904F29B2AB7}"/>
              </a:ext>
            </a:extLst>
          </p:cNvPr>
          <p:cNvSpPr/>
          <p:nvPr/>
        </p:nvSpPr>
        <p:spPr>
          <a:xfrm>
            <a:off x="5877717" y="3059832"/>
            <a:ext cx="388924" cy="388924"/>
          </a:xfrm>
          <a:prstGeom prst="ellipse">
            <a:avLst/>
          </a:prstGeom>
          <a:solidFill>
            <a:srgbClr val="DE8435"/>
          </a:solidFill>
          <a:ln>
            <a:solidFill>
              <a:srgbClr val="DE8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559" name="Group 17558">
            <a:extLst>
              <a:ext uri="{FF2B5EF4-FFF2-40B4-BE49-F238E27FC236}">
                <a16:creationId xmlns:a16="http://schemas.microsoft.com/office/drawing/2014/main" id="{50B16331-1789-2876-66D9-12C15A464A9A}"/>
              </a:ext>
            </a:extLst>
          </p:cNvPr>
          <p:cNvGrpSpPr/>
          <p:nvPr/>
        </p:nvGrpSpPr>
        <p:grpSpPr>
          <a:xfrm>
            <a:off x="324093" y="3088067"/>
            <a:ext cx="5961598" cy="307777"/>
            <a:chOff x="807769" y="3515707"/>
            <a:chExt cx="5442549" cy="30777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7B1FC45-5E51-C1FC-449D-0E6E016851DF}"/>
                </a:ext>
              </a:extLst>
            </p:cNvPr>
            <p:cNvSpPr txBox="1"/>
            <p:nvPr/>
          </p:nvSpPr>
          <p:spPr>
            <a:xfrm>
              <a:off x="807769" y="3515707"/>
              <a:ext cx="381914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7CC59CC-112D-3631-3C4B-470615B7B960}"/>
                </a:ext>
              </a:extLst>
            </p:cNvPr>
            <p:cNvSpPr txBox="1"/>
            <p:nvPr/>
          </p:nvSpPr>
          <p:spPr>
            <a:xfrm>
              <a:off x="2608658" y="3515707"/>
              <a:ext cx="381914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02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629EC1F-FEB7-C547-A43A-648884CF3163}"/>
                </a:ext>
              </a:extLst>
            </p:cNvPr>
            <p:cNvSpPr txBox="1"/>
            <p:nvPr/>
          </p:nvSpPr>
          <p:spPr>
            <a:xfrm>
              <a:off x="4142878" y="3515707"/>
              <a:ext cx="381914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2504369-A2C6-F579-1DD6-CB8D6C018ED6}"/>
                </a:ext>
              </a:extLst>
            </p:cNvPr>
            <p:cNvSpPr txBox="1"/>
            <p:nvPr/>
          </p:nvSpPr>
          <p:spPr>
            <a:xfrm>
              <a:off x="5868404" y="3515707"/>
              <a:ext cx="381914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A9BFCABA-FA0B-903A-E941-510E6C0D1382}"/>
              </a:ext>
            </a:extLst>
          </p:cNvPr>
          <p:cNvSpPr txBox="1"/>
          <p:nvPr/>
        </p:nvSpPr>
        <p:spPr>
          <a:xfrm>
            <a:off x="6227776" y="3044149"/>
            <a:ext cx="1519121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DE84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INFORMED PLANNING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65B856B-94A5-B57D-68CC-5491FDA40DAC}"/>
              </a:ext>
            </a:extLst>
          </p:cNvPr>
          <p:cNvSpPr txBox="1"/>
          <p:nvPr/>
        </p:nvSpPr>
        <p:spPr>
          <a:xfrm>
            <a:off x="6019512" y="3487409"/>
            <a:ext cx="1801224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1">
                <a:solidFill>
                  <a:srgbClr val="142A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earlier decision-support information for preparedness and response.</a:t>
            </a: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72E78419-2C1D-EDC3-932A-D2D3505D5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527704"/>
            <a:ext cx="3860800" cy="222247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SIH26082 Unhandled Exceptions </a:t>
            </a:r>
          </a:p>
        </p:txBody>
      </p:sp>
    </p:spTree>
    <p:extLst>
      <p:ext uri="{BB962C8B-B14F-4D97-AF65-F5344CB8AC3E}">
        <p14:creationId xmlns:p14="http://schemas.microsoft.com/office/powerpoint/2010/main" val="923014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 And References</a:t>
            </a:r>
            <a:endParaRPr lang="en-US" sz="3600" b="1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22972" y="1395246"/>
            <a:ext cx="11210223" cy="4616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 AND REFERENCES</a:t>
            </a:r>
            <a:endParaRPr lang="en-IN" sz="1400" dirty="0"/>
          </a:p>
          <a:p>
            <a:pPr marL="228600" lvl="0" indent="-228600">
              <a:buFont typeface="+mj-lt"/>
              <a:buAutoNum type="arabicPeriod"/>
            </a:pPr>
            <a:r>
              <a:rPr lang="en-IN" sz="1400" dirty="0"/>
              <a:t>W. C. </a:t>
            </a:r>
            <a:r>
              <a:rPr lang="en-IN" sz="1400" dirty="0" err="1"/>
              <a:t>Skamarock</a:t>
            </a:r>
            <a:r>
              <a:rPr lang="en-IN" sz="1400" dirty="0"/>
              <a:t>, J. B. Klemp, J. </a:t>
            </a:r>
            <a:r>
              <a:rPr lang="en-IN" sz="1400" dirty="0" err="1"/>
              <a:t>Dudhia</a:t>
            </a:r>
            <a:r>
              <a:rPr lang="en-IN" sz="1400" dirty="0"/>
              <a:t>, D. O. Gill, Z. Liu, J. Berner, W. Wang, J. G. Powers, M. Duda, D. Barker, and X.-Y. Huang, </a:t>
            </a:r>
            <a:r>
              <a:rPr lang="en-IN" sz="1400" i="1" dirty="0"/>
              <a:t>A Description of the Advanced Research WRF Model Version 4</a:t>
            </a:r>
            <a:r>
              <a:rPr lang="en-IN" sz="1400" dirty="0"/>
              <a:t>, NCAR Technical Note NCAR/TN-556+STR, National </a:t>
            </a:r>
            <a:r>
              <a:rPr lang="en-IN" sz="1400" dirty="0" err="1"/>
              <a:t>Center</a:t>
            </a:r>
            <a:r>
              <a:rPr lang="en-IN" sz="1400" dirty="0"/>
              <a:t> for Atmospheric Research, Boulder, CO, USA, 2019, </a:t>
            </a:r>
            <a:r>
              <a:rPr lang="en-IN" sz="1400" dirty="0" err="1"/>
              <a:t>doi</a:t>
            </a:r>
            <a:r>
              <a:rPr lang="en-IN" sz="1400" dirty="0"/>
              <a:t>: 10.5065/1dfh-6p97.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1400" dirty="0"/>
              <a:t>WRF Model, “Weather Research and Forecasting Model,” GitHub, 2026. [Online]. Available: </a:t>
            </a:r>
            <a:r>
              <a:rPr lang="en-IN" sz="1400" dirty="0">
                <a:hlinkClick r:id="rId3"/>
              </a:rPr>
              <a:t>https://github.com/wrf-model</a:t>
            </a:r>
            <a:r>
              <a:rPr lang="en-IN" sz="1400" dirty="0"/>
              <a:t>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1400" dirty="0"/>
              <a:t>National </a:t>
            </a:r>
            <a:r>
              <a:rPr lang="en-IN" sz="1400" dirty="0" err="1"/>
              <a:t>Center</a:t>
            </a:r>
            <a:r>
              <a:rPr lang="en-IN" sz="1400" dirty="0"/>
              <a:t> for Atmospheric Research, “WRF source code downloads: WRF-Chem,” Mesoscale and Microscale Meteorology Laboratory, NCAR. [Online]. Available: </a:t>
            </a:r>
            <a:r>
              <a:rPr lang="en-IN" sz="1400" dirty="0">
                <a:hlinkClick r:id="rId4"/>
              </a:rPr>
              <a:t>WRF-Chem source-code download page</a:t>
            </a:r>
            <a:r>
              <a:rPr lang="en-IN" sz="1400" dirty="0"/>
              <a:t>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1400" dirty="0"/>
              <a:t>I. Nandi and D. Ganguly, “Toward reliable air quality simulations over India: Optimizing WRF-Chem through comprehensive sensitivity analysis of meteorology, physical parameterizations, and emission inventories,” </a:t>
            </a:r>
            <a:r>
              <a:rPr lang="en-IN" sz="1400" i="1" dirty="0"/>
              <a:t>Environmental Science: Atmospheres</a:t>
            </a:r>
            <a:r>
              <a:rPr lang="en-IN" sz="1400" dirty="0"/>
              <a:t>, vol. 6, pp. 644–660, 2026, </a:t>
            </a:r>
            <a:r>
              <a:rPr lang="en-IN" sz="1400" dirty="0" err="1"/>
              <a:t>doi</a:t>
            </a:r>
            <a:r>
              <a:rPr lang="en-IN" sz="1400" dirty="0"/>
              <a:t>: 10.1039/D5EA00167F.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1400" dirty="0"/>
              <a:t>S. Maurya and P. Soni, “Modelling uncertainty in WRF-based extreme rainfall simulations over India: A review toward integrated atmosphere-chemistry-hydrology frameworks,” </a:t>
            </a:r>
            <a:r>
              <a:rPr lang="en-IN" sz="1400" i="1" dirty="0"/>
              <a:t>Atmospheric Research</a:t>
            </a:r>
            <a:r>
              <a:rPr lang="en-IN" sz="1400" dirty="0"/>
              <a:t>, vol. 342, Art. no. 109152, 2026, </a:t>
            </a:r>
            <a:r>
              <a:rPr lang="en-IN" sz="1400" dirty="0" err="1"/>
              <a:t>doi</a:t>
            </a:r>
            <a:r>
              <a:rPr lang="en-IN" sz="1400" dirty="0"/>
              <a:t>: 10.1016/j.atmosres.2026.109152. </a:t>
            </a:r>
            <a:r>
              <a:rPr lang="en-IN" sz="1400" dirty="0">
                <a:hlinkClick r:id="rId5"/>
              </a:rPr>
              <a:t>ScienceDirect article</a:t>
            </a:r>
            <a:r>
              <a:rPr lang="en-IN" sz="1400" dirty="0"/>
              <a:t>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1400" dirty="0"/>
              <a:t>S. Chauhan, Z. B. Patel, S. Ranu, R. Sen, and N. Batra, “</a:t>
            </a:r>
            <a:r>
              <a:rPr lang="en-IN" sz="1400" dirty="0" err="1"/>
              <a:t>AirDelhi</a:t>
            </a:r>
            <a:r>
              <a:rPr lang="en-IN" sz="1400" dirty="0"/>
              <a:t>: Fine-grained </a:t>
            </a:r>
            <a:r>
              <a:rPr lang="en-IN" sz="1400" dirty="0" err="1"/>
              <a:t>spatio</a:t>
            </a:r>
            <a:r>
              <a:rPr lang="en-IN" sz="1400" dirty="0"/>
              <a:t>-temporal particulate matter dataset from Delhi for ML-based </a:t>
            </a:r>
            <a:r>
              <a:rPr lang="en-IN" sz="1400" dirty="0" err="1"/>
              <a:t>modeling</a:t>
            </a:r>
            <a:r>
              <a:rPr lang="en-IN" sz="1400" dirty="0"/>
              <a:t>,” in </a:t>
            </a:r>
            <a:r>
              <a:rPr lang="en-IN" sz="1400" i="1" dirty="0"/>
              <a:t>Advances in Neural Information Processing Systems 36 (</a:t>
            </a:r>
            <a:r>
              <a:rPr lang="en-IN" sz="1400" i="1" dirty="0" err="1"/>
              <a:t>NeurIPS</a:t>
            </a:r>
            <a:r>
              <a:rPr lang="en-IN" sz="1400" i="1" dirty="0"/>
              <a:t> 2023)</a:t>
            </a:r>
            <a:r>
              <a:rPr lang="en-IN" sz="1400" dirty="0"/>
              <a:t>, 2023. </a:t>
            </a:r>
            <a:r>
              <a:rPr lang="en-IN" sz="1400" dirty="0" err="1">
                <a:hlinkClick r:id="rId6"/>
              </a:rPr>
              <a:t>NeurIPS</a:t>
            </a:r>
            <a:r>
              <a:rPr lang="en-IN" sz="1400" dirty="0">
                <a:hlinkClick r:id="rId6"/>
              </a:rPr>
              <a:t> paper</a:t>
            </a:r>
            <a:r>
              <a:rPr lang="en-IN" sz="1400" dirty="0"/>
              <a:t>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1400" dirty="0"/>
              <a:t>S. Chauhan, Z. B. Patel, S. Ranu, R. Sen, and N. Batra, “</a:t>
            </a:r>
            <a:r>
              <a:rPr lang="en-IN" sz="1400" dirty="0" err="1"/>
              <a:t>DelhiPollDataset</a:t>
            </a:r>
            <a:r>
              <a:rPr lang="en-IN" sz="1400" dirty="0"/>
              <a:t> (</a:t>
            </a:r>
            <a:r>
              <a:rPr lang="en-IN" sz="1400" dirty="0" err="1"/>
              <a:t>AirDelhi</a:t>
            </a:r>
            <a:r>
              <a:rPr lang="en-IN" sz="1400" dirty="0"/>
              <a:t>): Fine-grained </a:t>
            </a:r>
            <a:r>
              <a:rPr lang="en-IN" sz="1400" dirty="0" err="1"/>
              <a:t>spatio</a:t>
            </a:r>
            <a:r>
              <a:rPr lang="en-IN" sz="1400" dirty="0"/>
              <a:t>-temporal particulate matter dataset from Delhi,” </a:t>
            </a:r>
            <a:r>
              <a:rPr lang="en-IN" sz="1400" i="1" dirty="0"/>
              <a:t>Hugging Face Datasets</a:t>
            </a:r>
            <a:r>
              <a:rPr lang="en-IN" sz="1400" dirty="0"/>
              <a:t>, 2023, licensed under Creative Commons Attribution 4.0 International (CC BY 4.0). [Online]. Available: </a:t>
            </a:r>
            <a:r>
              <a:rPr lang="en-IN" sz="1400" dirty="0" err="1">
                <a:hlinkClick r:id="rId7"/>
              </a:rPr>
              <a:t>DelhiPollDataset</a:t>
            </a:r>
            <a:r>
              <a:rPr lang="en-IN" sz="1400" dirty="0"/>
              <a:t>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1400" dirty="0"/>
              <a:t>S. Chauhan, Z. B. Patel, S. Ranu, R. Sen, and N. Batra, “Air pollution data of Delhi,” Centre for Atmospheric Sciences, Indian Institute of Technology Delhi, New Delhi, India, 2023. [Online]. Available: </a:t>
            </a:r>
            <a:r>
              <a:rPr lang="en-IN" sz="1400" dirty="0">
                <a:hlinkClick r:id="rId8"/>
              </a:rPr>
              <a:t>IIT Delhi pollution dataset</a:t>
            </a:r>
            <a:r>
              <a:rPr lang="en-IN" sz="1400" dirty="0"/>
              <a:t>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1400" dirty="0" err="1"/>
              <a:t>meteoblue</a:t>
            </a:r>
            <a:r>
              <a:rPr lang="en-IN" sz="1400" dirty="0"/>
              <a:t>, “Simulated historical climate and weather data for New Delhi,” </a:t>
            </a:r>
            <a:r>
              <a:rPr lang="en-IN" sz="1400" i="1" dirty="0" err="1"/>
              <a:t>meteoblue</a:t>
            </a:r>
            <a:r>
              <a:rPr lang="en-IN" sz="1400" dirty="0"/>
              <a:t>. [Online]. Available: </a:t>
            </a:r>
            <a:r>
              <a:rPr lang="en-IN" sz="1400" dirty="0">
                <a:hlinkClick r:id="rId9"/>
              </a:rPr>
              <a:t>New Delhi historical climate and weather data</a:t>
            </a:r>
            <a:r>
              <a:rPr lang="en-IN" sz="1400" dirty="0"/>
              <a:t>. [Accessed: Aug. 30, 2026].</a:t>
            </a:r>
          </a:p>
          <a:p>
            <a:pPr marL="342900" lvl="0" indent="-342900" algn="just">
              <a:buFont typeface="+mj-lt"/>
              <a:buAutoNum type="arabicPeriod"/>
              <a:defRPr/>
            </a:pPr>
            <a:endParaRPr lang="en-US" sz="1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F4114864-B101-1E6E-5799-BE4EC3F980A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55808"/>
            <a:ext cx="224985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Unhandled</a:t>
            </a:r>
            <a:r>
              <a:rPr lang="en-US"/>
              <a:t> Exceptions</a:t>
            </a:r>
            <a:endParaRPr lang="en-IN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4CFF4F57-C633-51F2-917F-BAF9D5D60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599" y="6475871"/>
            <a:ext cx="3860800" cy="22224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SIH26082 </a:t>
            </a:r>
            <a:r>
              <a:rPr lang="en-US" dirty="0">
                <a:solidFill>
                  <a:schemeClr val="bg1"/>
                </a:solidFill>
              </a:rPr>
              <a:t>Unhandled</a:t>
            </a:r>
            <a:r>
              <a:rPr lang="en-US">
                <a:solidFill>
                  <a:schemeClr val="bg1"/>
                </a:solidFill>
              </a:rPr>
              <a:t> Exceptions 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1227</Words>
  <Application>Microsoft Office PowerPoint</Application>
  <PresentationFormat>Widescreen</PresentationFormat>
  <Paragraphs>122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1_Office Theme</vt:lpstr>
      <vt:lpstr>SMART INDIA HACKATHON 2026</vt:lpstr>
      <vt:lpstr> Idea and Approach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MUKUND PRASAD</cp:lastModifiedBy>
  <cp:revision>1</cp:revision>
  <dcterms:created xsi:type="dcterms:W3CDTF">2013-12-12T18:46:50Z</dcterms:created>
  <dcterms:modified xsi:type="dcterms:W3CDTF">2026-09-05T19:34:33Z</dcterms:modified>
  <cp:category/>
</cp:coreProperties>
</file>